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5" r:id="rId1"/>
  </p:sldMasterIdLst>
  <p:notesMasterIdLst>
    <p:notesMasterId r:id="rId20"/>
  </p:notesMasterIdLst>
  <p:sldIdLst>
    <p:sldId id="270" r:id="rId2"/>
    <p:sldId id="30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4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787" autoAdjust="0"/>
  </p:normalViewPr>
  <p:slideViewPr>
    <p:cSldViewPr snapToGrid="0">
      <p:cViewPr varScale="1">
        <p:scale>
          <a:sx n="57" d="100"/>
          <a:sy n="57" d="100"/>
        </p:scale>
        <p:origin x="174" y="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DA0A24-8F73-440D-9695-CACB93E3DC8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EB89B-E730-41A0-81AF-DAEB45792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01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</a:t>
            </a:r>
            <a:r>
              <a:rPr lang="en-US" dirty="0" smtClean="0"/>
              <a:t>/</a:t>
            </a:r>
          </a:p>
          <a:p>
            <a:r>
              <a:rPr lang="en-US" dirty="0" smtClean="0"/>
              <a:t>https://medium.com/redbubble/running-a-docker-container-as-a-non-root-user-7d2e00f8ee15</a:t>
            </a:r>
          </a:p>
          <a:p>
            <a:r>
              <a:rPr lang="en-US" dirty="0" smtClean="0"/>
              <a:t>https://www.digitalocean.com/community/tutorials/how-to-install-and-use-docker-compose-on-ubuntu-20-04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016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</a:p>
          <a:p>
            <a:r>
              <a:rPr lang="en-US" dirty="0" smtClean="0"/>
              <a:t>https://www.domainesia.com/tips/cara-install-docker-di-ubuntu/</a:t>
            </a:r>
          </a:p>
          <a:p>
            <a:r>
              <a:rPr lang="en-US" dirty="0" smtClean="0"/>
              <a:t>https://www.hostinger.com/tutorials/how-to-install-docker-on-ubuntu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98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36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66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03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https://www.idn.id/docker-pada-ubuntu-20-04/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92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https://docs.nvidia.com/deeplearning/frameworks/user-guide/index.html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714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https://github.com/OishiLab/OpenMAP-T1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EB89B-E730-41A0-81AF-DAEB457925D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059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193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7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33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462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9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271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263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34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80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3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77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784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891" y="0"/>
            <a:ext cx="5305425" cy="338137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0421" y="1795824"/>
            <a:ext cx="4804363" cy="1929688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4000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4000" dirty="0" smtClean="0">
                  <a:solidFill>
                    <a:srgbClr val="00B0F0"/>
                  </a:solidFill>
                </a:rPr>
                <a:t>Vision</a:t>
              </a:r>
              <a:endParaRPr lang="en-US" sz="4000" dirty="0">
                <a:solidFill>
                  <a:srgbClr val="00B0F0"/>
                </a:solidFill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8911525" y="5781051"/>
            <a:ext cx="348501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27402" y="5596385"/>
            <a:ext cx="216459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9668" y="5965717"/>
            <a:ext cx="48895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</a:t>
            </a:r>
            <a:r>
              <a:rPr lang="en-US" sz="1200" dirty="0" smtClean="0"/>
              <a:t>://github.com/amelcharolinesgn2/IoT_simulator-mqtt-NodeRed</a:t>
            </a:r>
            <a:endParaRPr lang="en-US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1743" y="2639596"/>
            <a:ext cx="446086" cy="6358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363" y="2655435"/>
            <a:ext cx="613391" cy="5827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45" y="2639596"/>
            <a:ext cx="599662" cy="577554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2570754" y="3629722"/>
            <a:ext cx="9024615" cy="521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4400" dirty="0">
                <a:solidFill>
                  <a:srgbClr val="7030A0"/>
                </a:solidFill>
              </a:rPr>
              <a:t>Create a </a:t>
            </a:r>
            <a:r>
              <a:rPr lang="en-US" sz="4400" dirty="0" smtClean="0">
                <a:solidFill>
                  <a:srgbClr val="7030A0"/>
                </a:solidFill>
              </a:rPr>
              <a:t>Docker on Ubuntu 20.04</a:t>
            </a:r>
            <a:endParaRPr lang="en-US" sz="4400" dirty="0">
              <a:solidFill>
                <a:srgbClr val="7030A0"/>
              </a:solidFill>
            </a:endParaRPr>
          </a:p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Docker</a:t>
            </a:r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2570755" y="4728743"/>
            <a:ext cx="8567391" cy="67076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 smtClean="0">
                <a:solidFill>
                  <a:srgbClr val="0070C0"/>
                </a:solidFill>
              </a:rPr>
              <a:t>.</a:t>
            </a:r>
            <a:endParaRPr lang="en-US" sz="4400" b="1" dirty="0"/>
          </a:p>
        </p:txBody>
      </p:sp>
      <p:sp>
        <p:nvSpPr>
          <p:cNvPr id="3" name="Rectangle 2"/>
          <p:cNvSpPr/>
          <p:nvPr/>
        </p:nvSpPr>
        <p:spPr>
          <a:xfrm>
            <a:off x="8203920" y="6150383"/>
            <a:ext cx="398807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4493" y="6367868"/>
            <a:ext cx="469750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3926348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667" y="2786591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rgbClr val="002060"/>
                </a:solidFill>
              </a:rPr>
              <a:t>Docker </a:t>
            </a:r>
            <a:r>
              <a:rPr lang="en-US" u="sng" dirty="0" smtClean="0">
                <a:solidFill>
                  <a:srgbClr val="0070C0"/>
                </a:solidFill>
              </a:rPr>
              <a:t>Simple-apps</a:t>
            </a:r>
            <a:endParaRPr lang="en-US" u="sng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5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17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FFC000"/>
                </a:solidFill>
              </a:rPr>
              <a:t>Docker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6047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err="1" smtClean="0"/>
              <a:t>Komponen</a:t>
            </a:r>
            <a:r>
              <a:rPr lang="en-US" dirty="0" smtClean="0"/>
              <a:t> </a:t>
            </a:r>
            <a:r>
              <a:rPr lang="en-US" dirty="0" err="1" smtClean="0"/>
              <a:t>utama</a:t>
            </a:r>
            <a:r>
              <a:rPr lang="en-US" dirty="0" smtClean="0"/>
              <a:t> :</a:t>
            </a:r>
          </a:p>
          <a:p>
            <a:pPr lvl="1" fontAlgn="base"/>
            <a:r>
              <a:rPr lang="fr-FR" dirty="0" smtClean="0">
                <a:solidFill>
                  <a:srgbClr val="002060"/>
                </a:solidFill>
              </a:rPr>
              <a:t>Images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Container</a:t>
            </a:r>
          </a:p>
          <a:p>
            <a:pPr lvl="1" fontAlgn="base"/>
            <a:r>
              <a:rPr lang="fr-FR" dirty="0" err="1">
                <a:solidFill>
                  <a:srgbClr val="002060"/>
                </a:solidFill>
              </a:rPr>
              <a:t>Dockerfile</a:t>
            </a:r>
            <a:endParaRPr lang="fr-FR" dirty="0">
              <a:solidFill>
                <a:srgbClr val="002060"/>
              </a:solidFill>
            </a:endParaRP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Compose</a:t>
            </a:r>
          </a:p>
          <a:p>
            <a:pPr lvl="1" fontAlgn="base"/>
            <a:r>
              <a:rPr lang="fr-FR" dirty="0">
                <a:solidFill>
                  <a:srgbClr val="002060"/>
                </a:solidFill>
              </a:rPr>
              <a:t>Docker Hub</a:t>
            </a:r>
          </a:p>
          <a:p>
            <a:pPr marL="0" indent="0" algn="just">
              <a:buNone/>
            </a:pPr>
            <a:endParaRPr lang="en-US" dirty="0" smtClean="0"/>
          </a:p>
          <a:p>
            <a:pPr marL="0" indent="0" algn="just">
              <a:buNone/>
            </a:pP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38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399" y="3324419"/>
            <a:ext cx="5163019" cy="33632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9399" y="1367522"/>
            <a:ext cx="541020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99" y="3856120"/>
            <a:ext cx="4986867" cy="269980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9399" y="2837807"/>
            <a:ext cx="577100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600" dirty="0" smtClean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 smtClean="0">
                <a:solidFill>
                  <a:srgbClr val="00B0F0"/>
                </a:solidFill>
              </a:rPr>
              <a:t>docker</a:t>
            </a:r>
            <a:r>
              <a:rPr lang="en-US" sz="1600" b="1" dirty="0" smtClean="0">
                <a:solidFill>
                  <a:srgbClr val="00B0F0"/>
                </a:solidFill>
              </a:rPr>
              <a:t> pull </a:t>
            </a:r>
            <a:r>
              <a:rPr lang="en-US" sz="1600" b="1" dirty="0" err="1" smtClean="0">
                <a:solidFill>
                  <a:srgbClr val="00B0F0"/>
                </a:solidFill>
              </a:rPr>
              <a:t>nginx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6192" y="1432289"/>
            <a:ext cx="57624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pull &lt;</a:t>
            </a:r>
            <a:r>
              <a:rPr lang="en-US" dirty="0" err="1"/>
              <a:t>nama</a:t>
            </a:r>
            <a:r>
              <a:rPr lang="en-US" dirty="0"/>
              <a:t> images&gt;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mengambil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pull images </a:t>
            </a:r>
            <a:r>
              <a:rPr lang="en-US" dirty="0" err="1"/>
              <a:t>dari</a:t>
            </a:r>
            <a:r>
              <a:rPr lang="en-US" dirty="0"/>
              <a:t> registry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image yang </a:t>
            </a:r>
            <a:r>
              <a:rPr lang="en-US" dirty="0" err="1"/>
              <a:t>dipull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images.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6192" y="2701131"/>
            <a:ext cx="590639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images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0408" y="3070463"/>
            <a:ext cx="3350683" cy="387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53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99" y="1367522"/>
            <a:ext cx="541020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push &lt;</a:t>
            </a:r>
            <a:r>
              <a:rPr lang="en-US" b="1" dirty="0" err="1"/>
              <a:t>nama</a:t>
            </a:r>
            <a:r>
              <a:rPr lang="en-US" b="1" dirty="0"/>
              <a:t> image&gt;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mengunggah</a:t>
            </a:r>
            <a:r>
              <a:rPr lang="en-US" dirty="0"/>
              <a:t> image yang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registriy</a:t>
            </a:r>
            <a:r>
              <a:rPr lang="en-US" dirty="0"/>
              <a:t> </a:t>
            </a:r>
            <a:r>
              <a:rPr lang="en-US" dirty="0" err="1"/>
              <a:t>lokal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global, </a:t>
            </a:r>
            <a:r>
              <a:rPr lang="en-US" dirty="0" err="1"/>
              <a:t>tergantung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push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hub,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untuk</a:t>
            </a:r>
            <a:r>
              <a:rPr lang="en-US" dirty="0"/>
              <a:t> image </a:t>
            </a:r>
            <a:r>
              <a:rPr lang="en-US" dirty="0" err="1"/>
              <a:t>dan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. </a:t>
            </a:r>
            <a:r>
              <a:rPr lang="en-US" dirty="0" err="1"/>
              <a:t>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tag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login.//</a:t>
            </a:r>
            <a:r>
              <a:rPr lang="en-US" dirty="0" err="1"/>
              <a:t>pastikan</a:t>
            </a:r>
            <a:r>
              <a:rPr lang="en-US" dirty="0"/>
              <a:t> login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hub kalian #</a:t>
            </a:r>
            <a:r>
              <a:rPr lang="en-US" dirty="0" err="1"/>
              <a:t>docker</a:t>
            </a:r>
            <a:r>
              <a:rPr lang="en-US" dirty="0"/>
              <a:t> login</a:t>
            </a:r>
          </a:p>
          <a:p>
            <a:pPr algn="just"/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50408" y="1367522"/>
            <a:ext cx="54102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tag &lt;</a:t>
            </a:r>
            <a:r>
              <a:rPr lang="en-US" dirty="0" err="1"/>
              <a:t>nama</a:t>
            </a:r>
            <a:r>
              <a:rPr lang="en-US" dirty="0"/>
              <a:t> image </a:t>
            </a:r>
            <a:r>
              <a:rPr lang="en-US" dirty="0" err="1"/>
              <a:t>asli:tag</a:t>
            </a:r>
            <a:r>
              <a:rPr lang="en-US" dirty="0"/>
              <a:t>&gt; &lt;image yang </a:t>
            </a:r>
            <a:r>
              <a:rPr lang="en-US" dirty="0" err="1"/>
              <a:t>ditag:tag</a:t>
            </a:r>
            <a:r>
              <a:rPr lang="en-US" dirty="0"/>
              <a:t>&gt; //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tag </a:t>
            </a:r>
            <a:r>
              <a:rPr lang="en-US" dirty="0" err="1"/>
              <a:t>pastikan</a:t>
            </a:r>
            <a:r>
              <a:rPr lang="en-US" dirty="0"/>
              <a:t> kalian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format </a:t>
            </a:r>
            <a:r>
              <a:rPr lang="en-US" dirty="0" err="1"/>
              <a:t>usernamedockerhub</a:t>
            </a:r>
            <a:r>
              <a:rPr lang="en-US" dirty="0"/>
              <a:t>/</a:t>
            </a:r>
            <a:r>
              <a:rPr lang="en-US" dirty="0" err="1"/>
              <a:t>namaimage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050408" y="2436393"/>
            <a:ext cx="631613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tag </a:t>
            </a:r>
            <a:r>
              <a:rPr lang="en-US" sz="1600" b="1" dirty="0" err="1">
                <a:solidFill>
                  <a:srgbClr val="00B0F0"/>
                </a:solidFill>
              </a:rPr>
              <a:t>nginx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Amel</a:t>
            </a:r>
            <a:r>
              <a:rPr lang="en-US" sz="1600" b="1" dirty="0">
                <a:solidFill>
                  <a:srgbClr val="00B0F0"/>
                </a:solidFill>
              </a:rPr>
              <a:t>/web-1</a:t>
            </a:r>
          </a:p>
          <a:p>
            <a:pPr algn="just"/>
            <a:r>
              <a:rPr lang="en-US" sz="1600" dirty="0" err="1">
                <a:solidFill>
                  <a:srgbClr val="002060"/>
                </a:solidFill>
              </a:rPr>
              <a:t>root@administrator</a:t>
            </a:r>
            <a:r>
              <a:rPr lang="en-US" sz="1600" dirty="0">
                <a:solidFill>
                  <a:srgbClr val="002060"/>
                </a:solidFill>
              </a:rPr>
              <a:t>:/home/panda/GPU2# </a:t>
            </a:r>
            <a:r>
              <a:rPr lang="en-US" sz="1600" b="1" dirty="0" err="1">
                <a:solidFill>
                  <a:srgbClr val="00B0F0"/>
                </a:solidFill>
              </a:rPr>
              <a:t>docker</a:t>
            </a:r>
            <a:r>
              <a:rPr lang="en-US" sz="1600" b="1" dirty="0">
                <a:solidFill>
                  <a:srgbClr val="00B0F0"/>
                </a:solidFill>
              </a:rPr>
              <a:t> images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399" y="3689348"/>
            <a:ext cx="818726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login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9399" y="4142666"/>
            <a:ext cx="226060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Username: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endParaRPr lang="en-US" b="1" dirty="0" smtClean="0">
              <a:solidFill>
                <a:srgbClr val="00B0F0"/>
              </a:solidFill>
            </a:endParaRPr>
          </a:p>
          <a:p>
            <a:pPr algn="just"/>
            <a:r>
              <a:rPr lang="en-US" dirty="0" smtClean="0">
                <a:solidFill>
                  <a:srgbClr val="002060"/>
                </a:solidFill>
              </a:rPr>
              <a:t>Password:</a:t>
            </a:r>
            <a:endParaRPr lang="en-US" b="1" dirty="0">
              <a:solidFill>
                <a:srgbClr val="00B0F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9399" y="4872983"/>
            <a:ext cx="45974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solidFill>
                  <a:srgbClr val="002060"/>
                </a:solidFill>
              </a:rPr>
              <a:t>Login Succeeded</a:t>
            </a:r>
          </a:p>
          <a:p>
            <a:pPr algn="just"/>
            <a:r>
              <a:rPr lang="en-US" dirty="0" err="1">
                <a:solidFill>
                  <a:srgbClr val="002060"/>
                </a:solidFill>
              </a:rPr>
              <a:t>root@administrator</a:t>
            </a:r>
            <a:r>
              <a:rPr lang="en-US" dirty="0">
                <a:solidFill>
                  <a:srgbClr val="002060"/>
                </a:solidFill>
              </a:rPr>
              <a:t>:/home/panda/GPU2#</a:t>
            </a:r>
            <a:endParaRPr lang="en-US" b="1" dirty="0">
              <a:solidFill>
                <a:srgbClr val="00B0F0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" y="5519314"/>
            <a:ext cx="5410201" cy="120321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206065" y="3440215"/>
            <a:ext cx="5765801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rgbClr val="002060"/>
                </a:solidFill>
              </a:rPr>
              <a:t>Repostory</a:t>
            </a:r>
            <a:r>
              <a:rPr lang="en-US" sz="1400" dirty="0" smtClean="0">
                <a:solidFill>
                  <a:srgbClr val="002060"/>
                </a:solidFill>
              </a:rPr>
              <a:t>             TAG          IMAGE ID                CREATED            SIZE  </a:t>
            </a:r>
            <a:endParaRPr lang="en-US" sz="1400" b="1" dirty="0" smtClean="0">
              <a:solidFill>
                <a:srgbClr val="00B0F0"/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Nginx                      latest       f5awhshswya2      2 days ago          187MB</a:t>
            </a:r>
          </a:p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Amel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/web-1         latest 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f5awhshswya2      2 days ago      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  187MB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registry                  2               0030ba3d760c    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2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weeks ago       24.1MB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269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883" y="1723691"/>
            <a:ext cx="28763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docker</a:t>
            </a:r>
            <a:r>
              <a:rPr lang="en-US" dirty="0"/>
              <a:t> push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399" y="2299211"/>
            <a:ext cx="44958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push </a:t>
            </a:r>
            <a:r>
              <a:rPr lang="en-US" b="1" dirty="0" err="1" smtClean="0">
                <a:solidFill>
                  <a:srgbClr val="00B0F0"/>
                </a:solidFill>
              </a:rPr>
              <a:t>Amel</a:t>
            </a:r>
            <a:r>
              <a:rPr lang="en-US" b="1" dirty="0" smtClean="0">
                <a:solidFill>
                  <a:srgbClr val="00B0F0"/>
                </a:solidFill>
              </a:rPr>
              <a:t>/web-1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8476" y="342875"/>
            <a:ext cx="5638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run &lt;options&gt; &lt;</a:t>
            </a:r>
            <a:r>
              <a:rPr lang="en-US" dirty="0" err="1"/>
              <a:t>nama</a:t>
            </a:r>
            <a:r>
              <a:rPr lang="en-US" dirty="0"/>
              <a:t> image&gt;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</a:t>
            </a:r>
            <a:r>
              <a:rPr lang="en-US" dirty="0" err="1"/>
              <a:t>menggunakan</a:t>
            </a:r>
            <a:r>
              <a:rPr lang="en-US" dirty="0"/>
              <a:t> images yang </a:t>
            </a:r>
            <a:r>
              <a:rPr lang="en-US" dirty="0" err="1"/>
              <a:t>ada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beragam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kalian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 ps. </a:t>
            </a:r>
            <a:r>
              <a:rPr lang="en-US" dirty="0" err="1"/>
              <a:t>Nanti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terlihat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container.#</a:t>
            </a:r>
            <a:r>
              <a:rPr lang="en-US" dirty="0" err="1"/>
              <a:t>docker</a:t>
            </a:r>
            <a:r>
              <a:rPr lang="en-US" dirty="0"/>
              <a:t> run -d -p 80:80 --name web-1 </a:t>
            </a:r>
            <a:r>
              <a:rPr lang="en-US" dirty="0" err="1"/>
              <a:t>nginx</a:t>
            </a:r>
            <a:r>
              <a:rPr lang="en-US" dirty="0"/>
              <a:t> </a:t>
            </a:r>
            <a:r>
              <a:rPr lang="en-US" dirty="0" err="1"/>
              <a:t>penjelasan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: -d --&gt; agar container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 </a:t>
            </a:r>
            <a:r>
              <a:rPr lang="en-US" dirty="0" err="1"/>
              <a:t>dilatar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-p --&gt; </a:t>
            </a:r>
            <a:r>
              <a:rPr lang="en-US" dirty="0" err="1"/>
              <a:t>untuk</a:t>
            </a:r>
            <a:r>
              <a:rPr lang="en-US" dirty="0"/>
              <a:t> expose port </a:t>
            </a:r>
            <a:r>
              <a:rPr lang="en-US" dirty="0" err="1"/>
              <a:t>dari</a:t>
            </a:r>
            <a:r>
              <a:rPr lang="en-US" dirty="0"/>
              <a:t> container. --name --&gt;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 smtClean="0"/>
              <a:t>dideploy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5938476" y="3083984"/>
            <a:ext cx="508989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run –d –p 80:80 –name web-1 </a:t>
            </a:r>
            <a:r>
              <a:rPr lang="en-US" b="1" dirty="0" err="1" smtClean="0">
                <a:solidFill>
                  <a:srgbClr val="00B0F0"/>
                </a:solidFill>
              </a:rPr>
              <a:t>nginx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16347" y="3083984"/>
            <a:ext cx="5622129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push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Using default tag:     latest</a:t>
            </a: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The push refers to repository [docker.io/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Amel</a:t>
            </a:r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/web-1]</a:t>
            </a: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27" y="3868757"/>
            <a:ext cx="5547449" cy="145998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059605" y="3740023"/>
            <a:ext cx="5622129" cy="206210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run –d –p 80:80 –name web-1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nginx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b="1" dirty="0" smtClean="0">
                <a:solidFill>
                  <a:schemeClr val="bg1">
                    <a:lumMod val="50000"/>
                  </a:schemeClr>
                </a:solidFill>
              </a:rPr>
              <a:t>1819991882ggfrqy11yy1yu1uuuuuuuuuuuuu1uuuu0c</a:t>
            </a:r>
          </a:p>
          <a:p>
            <a:pPr algn="just"/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b="1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6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6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550" y="4860133"/>
            <a:ext cx="5401726" cy="46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744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400" y="1367522"/>
            <a:ext cx="542713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stop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menghentikan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stop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melihat</a:t>
            </a:r>
            <a:r>
              <a:rPr lang="en-US" dirty="0"/>
              <a:t> container </a:t>
            </a:r>
            <a:r>
              <a:rPr lang="en-US" dirty="0" err="1"/>
              <a:t>docker</a:t>
            </a:r>
            <a:r>
              <a:rPr lang="en-US" dirty="0"/>
              <a:t> yang </a:t>
            </a:r>
            <a:r>
              <a:rPr lang="en-US" dirty="0" err="1"/>
              <a:t>statusnya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 </a:t>
            </a:r>
            <a:r>
              <a:rPr lang="en-US" b="1" dirty="0" err="1"/>
              <a:t>docker</a:t>
            </a:r>
            <a:r>
              <a:rPr lang="en-US" b="1" dirty="0"/>
              <a:t> </a:t>
            </a:r>
            <a:r>
              <a:rPr lang="en-US" b="1" dirty="0" err="1"/>
              <a:t>ps</a:t>
            </a:r>
            <a:r>
              <a:rPr lang="en-US" b="1" dirty="0"/>
              <a:t> -a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status </a:t>
            </a:r>
            <a:r>
              <a:rPr lang="en-US" dirty="0" err="1"/>
              <a:t>dari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Exited, </a:t>
            </a:r>
            <a:r>
              <a:rPr lang="en-US" dirty="0" err="1"/>
              <a:t>berarti</a:t>
            </a:r>
            <a:r>
              <a:rPr lang="en-US" dirty="0"/>
              <a:t> container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keadaan</a:t>
            </a:r>
            <a:r>
              <a:rPr lang="en-US" dirty="0"/>
              <a:t> 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00" y="3121848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stop  web-1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97018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90" y="4867068"/>
            <a:ext cx="4841327" cy="2241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86062" y="490359"/>
            <a:ext cx="542713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docker</a:t>
            </a:r>
            <a:r>
              <a:rPr lang="en-US" b="1" dirty="0"/>
              <a:t> start &lt;</a:t>
            </a:r>
            <a:r>
              <a:rPr lang="en-US" b="1" dirty="0" err="1"/>
              <a:t>nama</a:t>
            </a:r>
            <a:r>
              <a:rPr lang="en-US" b="1" dirty="0"/>
              <a:t> </a:t>
            </a:r>
            <a:r>
              <a:rPr lang="en-US" b="1" dirty="0" err="1"/>
              <a:t>atau</a:t>
            </a:r>
            <a:r>
              <a:rPr lang="en-US" b="1" dirty="0"/>
              <a:t> id container&gt;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container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aktif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berhasil</a:t>
            </a:r>
            <a:r>
              <a:rPr lang="en-US" dirty="0"/>
              <a:t> </a:t>
            </a:r>
            <a:r>
              <a:rPr lang="en-US" dirty="0" err="1"/>
              <a:t>kalain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lihat</a:t>
            </a:r>
            <a:r>
              <a:rPr lang="en-US" dirty="0"/>
              <a:t> </a:t>
            </a:r>
            <a:r>
              <a:rPr lang="en-US" dirty="0" err="1"/>
              <a:t>containernya</a:t>
            </a:r>
            <a:r>
              <a:rPr lang="en-US" dirty="0"/>
              <a:t> </a:t>
            </a:r>
            <a:r>
              <a:rPr lang="en-US" dirty="0" err="1"/>
              <a:t>sudah</a:t>
            </a:r>
            <a:r>
              <a:rPr lang="en-US" dirty="0"/>
              <a:t> status Up </a:t>
            </a:r>
            <a:r>
              <a:rPr lang="en-US" dirty="0" err="1"/>
              <a:t>kembali</a:t>
            </a:r>
            <a:r>
              <a:rPr lang="en-US" dirty="0"/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6062" y="2244685"/>
            <a:ext cx="54271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start  web-1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8541" y="312184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stop web-1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Web-1</a:t>
            </a: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50000"/>
                  </a:schemeClr>
                </a:solidFill>
              </a:rPr>
              <a:t>-a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536" y="3970188"/>
            <a:ext cx="3816143" cy="44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874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400" y="3121848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exec &lt;options&gt; &lt;</a:t>
            </a:r>
            <a:r>
              <a:rPr lang="en-US" dirty="0" err="1"/>
              <a:t>nama</a:t>
            </a:r>
            <a:r>
              <a:rPr lang="en-US" dirty="0"/>
              <a:t> container&gt; &lt;</a:t>
            </a:r>
            <a:r>
              <a:rPr lang="en-US" dirty="0" err="1"/>
              <a:t>perintah</a:t>
            </a:r>
            <a:r>
              <a:rPr lang="en-US" dirty="0"/>
              <a:t>&gt;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terminal </a:t>
            </a:r>
            <a:r>
              <a:rPr lang="en-US" dirty="0" err="1"/>
              <a:t>dari</a:t>
            </a:r>
            <a:r>
              <a:rPr lang="en-US" dirty="0"/>
              <a:t> container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berjalan</a:t>
            </a:r>
            <a:r>
              <a:rPr lang="en-US" dirty="0"/>
              <a:t>.#</a:t>
            </a:r>
            <a:r>
              <a:rPr lang="en-US" dirty="0" err="1"/>
              <a:t>docker</a:t>
            </a:r>
            <a:r>
              <a:rPr lang="en-US" dirty="0"/>
              <a:t> exec -it web-1 /bin/bash //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container web-1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privileged /bin/bash. //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terminal container kalian </a:t>
            </a:r>
            <a:r>
              <a:rPr lang="en-US" dirty="0" err="1"/>
              <a:t>cukup</a:t>
            </a:r>
            <a:r>
              <a:rPr lang="en-US" dirty="0"/>
              <a:t> </a:t>
            </a:r>
            <a:r>
              <a:rPr lang="en-US" dirty="0" err="1"/>
              <a:t>ketikan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#exit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400" y="4294706"/>
            <a:ext cx="5622129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exec –it web-1  /bin/bash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ls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root@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f5awhshswya2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:/# ls</a:t>
            </a: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5202647"/>
            <a:ext cx="6730300" cy="32884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75400" y="4045178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:/home/panda/GPU2# </a:t>
            </a: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b="1" dirty="0" smtClean="0">
                <a:solidFill>
                  <a:schemeClr val="bg1">
                    <a:lumMod val="95000"/>
                  </a:schemeClr>
                </a:solidFill>
              </a:rPr>
              <a:t>rename web-1 web-2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#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7023" y="3199064"/>
            <a:ext cx="54271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solidFill>
                  <a:srgbClr val="002060"/>
                </a:solidFill>
              </a:rPr>
              <a:t>root@administrator</a:t>
            </a:r>
            <a:r>
              <a:rPr lang="en-US" dirty="0" smtClean="0">
                <a:solidFill>
                  <a:srgbClr val="002060"/>
                </a:solidFill>
              </a:rPr>
              <a:t>:/home/panda/GPU2# </a:t>
            </a:r>
            <a:r>
              <a:rPr lang="en-US" b="1" dirty="0" err="1">
                <a:solidFill>
                  <a:srgbClr val="00B0F0"/>
                </a:solidFill>
              </a:rPr>
              <a:t>docker</a:t>
            </a:r>
            <a:r>
              <a:rPr lang="en-US" b="1" dirty="0">
                <a:solidFill>
                  <a:srgbClr val="00B0F0"/>
                </a:solidFill>
              </a:rPr>
              <a:t> </a:t>
            </a:r>
            <a:r>
              <a:rPr lang="en-US" b="1" dirty="0" smtClean="0">
                <a:solidFill>
                  <a:srgbClr val="00B0F0"/>
                </a:solidFill>
              </a:rPr>
              <a:t>exec –it web-1  /bin/bash</a:t>
            </a:r>
          </a:p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root@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f5awhshswya2:/# </a:t>
            </a:r>
            <a:r>
              <a:rPr lang="en-US" dirty="0" smtClean="0">
                <a:solidFill>
                  <a:srgbClr val="00B0F0"/>
                </a:solidFill>
              </a:rPr>
              <a:t>ls </a:t>
            </a:r>
            <a:endParaRPr lang="en-US" b="1" dirty="0" smtClean="0">
              <a:solidFill>
                <a:srgbClr val="00B0F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21091" y="1594455"/>
            <a:ext cx="54764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docker</a:t>
            </a:r>
            <a:r>
              <a:rPr lang="en-US" dirty="0"/>
              <a:t> rename &lt;</a:t>
            </a:r>
            <a:r>
              <a:rPr lang="en-US" dirty="0" err="1"/>
              <a:t>nama</a:t>
            </a:r>
            <a:r>
              <a:rPr lang="en-US" dirty="0"/>
              <a:t> container lama&gt; &lt;</a:t>
            </a:r>
            <a:r>
              <a:rPr lang="en-US" dirty="0" err="1"/>
              <a:t>nama</a:t>
            </a:r>
            <a:r>
              <a:rPr lang="en-US" dirty="0"/>
              <a:t> container </a:t>
            </a:r>
            <a:r>
              <a:rPr lang="en-US" dirty="0" err="1"/>
              <a:t>baru</a:t>
            </a:r>
            <a:r>
              <a:rPr lang="en-US" dirty="0"/>
              <a:t>&gt;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merename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container. 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mencoba</a:t>
            </a:r>
            <a:r>
              <a:rPr lang="en-US" dirty="0"/>
              <a:t> rename container web-1 </a:t>
            </a:r>
            <a:r>
              <a:rPr lang="en-US" dirty="0" err="1"/>
              <a:t>menjadi</a:t>
            </a:r>
            <a:r>
              <a:rPr lang="en-US" dirty="0"/>
              <a:t> web-2#docker rename web-1 web-2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90" y="4741575"/>
            <a:ext cx="5476437" cy="4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295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676" y="1499237"/>
            <a:ext cx="522889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solidFill>
                  <a:srgbClr val="002060"/>
                </a:solidFill>
              </a:rPr>
              <a:t>Goal</a:t>
            </a:r>
          </a:p>
          <a:p>
            <a:pPr algn="just"/>
            <a:endParaRPr lang="en-US" dirty="0"/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 smtClean="0"/>
              <a:t>Deploy </a:t>
            </a:r>
            <a:r>
              <a:rPr lang="en-US" dirty="0"/>
              <a:t>simple app </a:t>
            </a:r>
            <a:r>
              <a:rPr lang="en-US" dirty="0" err="1"/>
              <a:t>dengan</a:t>
            </a:r>
            <a:r>
              <a:rPr lang="en-US" dirty="0"/>
              <a:t> flask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</a:t>
            </a:r>
            <a:r>
              <a:rPr lang="en-US" dirty="0" err="1"/>
              <a:t>main.pyfrom</a:t>
            </a:r>
            <a:r>
              <a:rPr lang="en-US" dirty="0"/>
              <a:t> flask import Flask from flask import request from flask import </a:t>
            </a:r>
            <a:r>
              <a:rPr lang="en-US" dirty="0" err="1"/>
              <a:t>render_template</a:t>
            </a:r>
            <a:r>
              <a:rPr lang="en-US" dirty="0"/>
              <a:t> sample = Flask( name ) @</a:t>
            </a:r>
            <a:r>
              <a:rPr lang="en-US" dirty="0" err="1"/>
              <a:t>sample.route</a:t>
            </a:r>
            <a:r>
              <a:rPr lang="en-US" dirty="0"/>
              <a:t>("/") </a:t>
            </a:r>
            <a:r>
              <a:rPr lang="en-US" dirty="0" err="1"/>
              <a:t>def</a:t>
            </a:r>
            <a:r>
              <a:rPr lang="en-US" dirty="0"/>
              <a:t> main(): return </a:t>
            </a:r>
            <a:r>
              <a:rPr lang="en-US" dirty="0" err="1"/>
              <a:t>render_template</a:t>
            </a:r>
            <a:r>
              <a:rPr lang="en-US" dirty="0"/>
              <a:t>("index.html") if name == " main ": </a:t>
            </a:r>
            <a:r>
              <a:rPr lang="en-US" dirty="0" err="1"/>
              <a:t>sample.run</a:t>
            </a:r>
            <a:r>
              <a:rPr lang="en-US" dirty="0"/>
              <a:t>(host="0.0.0.0", port=8080)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Isi file index.html&lt;html&gt; &lt;head&gt; &lt;title&gt;Sample app using Flask python&lt;/title&gt; &lt;/head&gt; &lt;body&gt; &lt;h1&gt;You are calling me from {{</a:t>
            </a:r>
            <a:r>
              <a:rPr lang="en-US" dirty="0" err="1"/>
              <a:t>request.remote_addr</a:t>
            </a:r>
            <a:r>
              <a:rPr lang="en-US" dirty="0"/>
              <a:t>}}&lt;/h1&gt; &lt;/body&gt; &lt;/html&gt;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Deploy simple app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container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49310" y="395650"/>
            <a:ext cx="623789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err="1" smtClean="0">
                <a:solidFill>
                  <a:srgbClr val="002060"/>
                </a:solidFill>
              </a:rPr>
              <a:t>Instalasi</a:t>
            </a:r>
            <a:endParaRPr lang="en-US" sz="2400" b="1" dirty="0" smtClean="0">
              <a:solidFill>
                <a:srgbClr val="002060"/>
              </a:solidFill>
            </a:endParaRP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Lakukan</a:t>
            </a:r>
            <a:r>
              <a:rPr lang="en-US" dirty="0"/>
              <a:t> update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instal</a:t>
            </a:r>
            <a:r>
              <a:rPr lang="en-US" dirty="0"/>
              <a:t> package docker.</a:t>
            </a:r>
            <a:r>
              <a:rPr lang="en-US" dirty="0" err="1"/>
              <a:t>io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update -y &amp;&amp; </a:t>
            </a:r>
            <a:r>
              <a:rPr lang="en-US" dirty="0" err="1"/>
              <a:t>sudo</a:t>
            </a:r>
            <a:r>
              <a:rPr lang="en-US" dirty="0"/>
              <a:t> apt install docker.io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package virtual environment python3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webnya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install python3.8-venv -y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/>
              <a:t>p</a:t>
            </a: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809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295" y="1533465"/>
            <a:ext cx="5686097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Sample 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 smtClean="0"/>
              <a:t>Pertama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folder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mkdir</a:t>
            </a:r>
            <a:r>
              <a:rPr lang="en-US" sz="1400" b="1" dirty="0"/>
              <a:t> -p /flask/sample-app/templates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.$cd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virtual environment python3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simple app.$</a:t>
            </a:r>
            <a:r>
              <a:rPr lang="en-US" sz="1400" b="1" dirty="0" err="1"/>
              <a:t>sudo</a:t>
            </a:r>
            <a:r>
              <a:rPr lang="en-US" sz="1400" b="1" dirty="0"/>
              <a:t> python3 -m </a:t>
            </a:r>
            <a:r>
              <a:rPr lang="en-US" sz="1400" b="1" dirty="0" err="1"/>
              <a:t>venv</a:t>
            </a:r>
            <a:r>
              <a:rPr lang="en-US" sz="1400" b="1" dirty="0"/>
              <a:t> /flask/sample-app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main.py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goals.$</a:t>
            </a:r>
            <a:r>
              <a:rPr lang="en-US" sz="1400" b="1" dirty="0" err="1"/>
              <a:t>sudo</a:t>
            </a:r>
            <a:r>
              <a:rPr lang="en-US" sz="1400" b="1" dirty="0"/>
              <a:t> vim main.py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Goals----- from flask import Flask from flask import request from flask import </a:t>
            </a:r>
            <a:r>
              <a:rPr lang="en-US" sz="1400" b="1" dirty="0" err="1"/>
              <a:t>render_template</a:t>
            </a:r>
            <a:r>
              <a:rPr lang="en-US" sz="1400" b="1" dirty="0"/>
              <a:t> sample = Flask(__name__) @</a:t>
            </a:r>
            <a:r>
              <a:rPr lang="en-US" sz="1400" b="1" dirty="0" err="1"/>
              <a:t>sample.route</a:t>
            </a:r>
            <a:r>
              <a:rPr lang="en-US" sz="1400" b="1" dirty="0"/>
              <a:t>("/") </a:t>
            </a:r>
            <a:r>
              <a:rPr lang="en-US" sz="1400" b="1" dirty="0" err="1"/>
              <a:t>def</a:t>
            </a:r>
            <a:r>
              <a:rPr lang="en-US" sz="1400" b="1" dirty="0"/>
              <a:t> main(): return </a:t>
            </a:r>
            <a:r>
              <a:rPr lang="en-US" sz="1400" b="1" dirty="0" err="1"/>
              <a:t>render_template</a:t>
            </a:r>
            <a:r>
              <a:rPr lang="en-US" sz="1400" b="1" dirty="0"/>
              <a:t>("index.html") if __name__ == "__main__": </a:t>
            </a:r>
            <a:r>
              <a:rPr lang="en-US" sz="1400" b="1" dirty="0" err="1"/>
              <a:t>sample.run</a:t>
            </a:r>
            <a:r>
              <a:rPr lang="en-US" sz="1400" b="1" dirty="0"/>
              <a:t>(host="0.0.0.0", port=8080)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Buatlah</a:t>
            </a:r>
            <a:r>
              <a:rPr lang="en-US" sz="1400" b="1" dirty="0"/>
              <a:t> file index.html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source code </a:t>
            </a:r>
            <a:r>
              <a:rPr lang="en-US" sz="1400" b="1" dirty="0" err="1"/>
              <a:t>sesuai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vim templates/index.html -----Isi File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ketentuan</a:t>
            </a:r>
            <a:r>
              <a:rPr lang="en-US" sz="1400" b="1" dirty="0"/>
              <a:t> Goals---- &lt;html&gt; &lt;head&gt; &lt;title&gt;Sample app using Flask python&lt;/title&gt; &lt;/head&gt; &lt;body&gt; &lt;h1&gt;You are calling me from {{</a:t>
            </a:r>
            <a:r>
              <a:rPr lang="en-US" sz="1400" b="1" dirty="0" err="1"/>
              <a:t>request.remote_addr</a:t>
            </a:r>
            <a:r>
              <a:rPr lang="en-US" sz="1400" b="1" dirty="0"/>
              <a:t>}}&lt;/h1&gt; &lt;/body&gt; &lt;/html&gt;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sebagai</a:t>
            </a:r>
            <a:r>
              <a:rPr lang="en-US" sz="1400" b="1" dirty="0"/>
              <a:t> user 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mengaktifkan</a:t>
            </a:r>
            <a:r>
              <a:rPr lang="en-US" sz="1400" b="1" dirty="0"/>
              <a:t> virtual environment python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.$</a:t>
            </a:r>
            <a:r>
              <a:rPr lang="en-US" sz="1400" b="1" dirty="0" err="1"/>
              <a:t>sudo</a:t>
            </a:r>
            <a:r>
              <a:rPr lang="en-US" sz="1400" b="1" dirty="0"/>
              <a:t> </a:t>
            </a:r>
            <a:r>
              <a:rPr lang="en-US" sz="1400" b="1" dirty="0" err="1"/>
              <a:t>su</a:t>
            </a:r>
            <a:r>
              <a:rPr lang="en-US" sz="1400" b="1" dirty="0"/>
              <a:t> #. bin/activate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instal</a:t>
            </a:r>
            <a:r>
              <a:rPr lang="en-US" sz="1400" b="1" dirty="0"/>
              <a:t> Flask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pip.#pip3 install Flask</a:t>
            </a:r>
            <a:endParaRPr lang="en-US" sz="1400" b="1" dirty="0" smtClean="0"/>
          </a:p>
        </p:txBody>
      </p:sp>
      <p:sp>
        <p:nvSpPr>
          <p:cNvPr id="9" name="Rectangle 8"/>
          <p:cNvSpPr/>
          <p:nvPr/>
        </p:nvSpPr>
        <p:spPr>
          <a:xfrm>
            <a:off x="5954110" y="304054"/>
            <a:ext cx="5838497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, </a:t>
            </a:r>
            <a:r>
              <a:rPr lang="en-US" sz="1400" b="1" dirty="0" err="1"/>
              <a:t>apakah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berjalan.#python3 main.py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diatas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, </a:t>
            </a:r>
            <a:r>
              <a:rPr lang="en-US" sz="1400" b="1" dirty="0" err="1"/>
              <a:t>maka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berjalan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algn="just"/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buka</a:t>
            </a:r>
            <a:r>
              <a:rPr lang="en-US" sz="1400" b="1" dirty="0"/>
              <a:t> web browser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ketikkan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</a:t>
            </a:r>
            <a:r>
              <a:rPr lang="en-US" sz="1400" b="1" dirty="0" err="1"/>
              <a:t>ip</a:t>
            </a:r>
            <a:r>
              <a:rPr lang="en-US" sz="1400" b="1" dirty="0"/>
              <a:t> </a:t>
            </a:r>
            <a:r>
              <a:rPr lang="en-US" sz="1400" b="1" dirty="0" err="1"/>
              <a:t>beserta</a:t>
            </a:r>
            <a:r>
              <a:rPr lang="en-US" sz="1400" b="1" dirty="0"/>
              <a:t> port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Jika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 </a:t>
            </a:r>
            <a:r>
              <a:rPr lang="en-US" sz="1400" b="1" dirty="0" err="1"/>
              <a:t>maka</a:t>
            </a:r>
            <a:r>
              <a:rPr lang="en-US" sz="1400" b="1" dirty="0"/>
              <a:t> </a:t>
            </a:r>
            <a:r>
              <a:rPr lang="en-US" sz="1400" b="1" dirty="0" err="1"/>
              <a:t>hasilnya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seperti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 smtClean="0"/>
              <a:t>dibawah</a:t>
            </a: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 startAt="3"/>
            </a:pPr>
            <a:r>
              <a:rPr lang="en-US" sz="1400" b="1" dirty="0" smtClean="0"/>
              <a:t>Kalian </a:t>
            </a:r>
            <a:r>
              <a:rPr lang="en-US" sz="1400" b="1" dirty="0" err="1"/>
              <a:t>juga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log </a:t>
            </a:r>
            <a:r>
              <a:rPr lang="en-US" sz="1400" b="1" dirty="0" err="1"/>
              <a:t>alamat</a:t>
            </a:r>
            <a:r>
              <a:rPr lang="en-US" sz="1400" b="1" dirty="0"/>
              <a:t> IP </a:t>
            </a:r>
            <a:r>
              <a:rPr lang="en-US" sz="1400" b="1" dirty="0" err="1"/>
              <a:t>apa</a:t>
            </a:r>
            <a:r>
              <a:rPr lang="en-US" sz="1400" b="1" dirty="0"/>
              <a:t> </a:t>
            </a:r>
            <a:r>
              <a:rPr lang="en-US" sz="1400" b="1" dirty="0" err="1"/>
              <a:t>saja</a:t>
            </a:r>
            <a:r>
              <a:rPr lang="en-US" sz="1400" b="1" dirty="0"/>
              <a:t> yang </a:t>
            </a:r>
            <a:r>
              <a:rPr lang="en-US" sz="1400" b="1" dirty="0" err="1"/>
              <a:t>mengakses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 smtClean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/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6343869" y="176599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( sample-app )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python3 main.py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Serving Flash app ‘main’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* </a:t>
            </a:r>
            <a:r>
              <a:rPr lang="en-US" sz="1400" dirty="0" smtClean="0">
                <a:solidFill>
                  <a:srgbClr val="FFC000"/>
                </a:solidFill>
              </a:rPr>
              <a:t>Debu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g mode: off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964" y="2184196"/>
            <a:ext cx="5279643" cy="118223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868" y="4153916"/>
            <a:ext cx="5609130" cy="80525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2964" y="5516257"/>
            <a:ext cx="5453034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2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smtClean="0">
                <a:solidFill>
                  <a:srgbClr val="002060"/>
                </a:solidFill>
              </a:rPr>
              <a:t>Docker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 smtClean="0"/>
              <a:t>Setelah</a:t>
            </a:r>
            <a:r>
              <a:rPr lang="en-US" sz="1400" dirty="0" smtClean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simple app </a:t>
            </a:r>
            <a:r>
              <a:rPr lang="en-US" sz="1400" dirty="0" err="1"/>
              <a:t>kita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web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container. </a:t>
            </a:r>
            <a:r>
              <a:rPr lang="en-US" sz="1400" dirty="0" err="1"/>
              <a:t>Pertama</a:t>
            </a:r>
            <a:r>
              <a:rPr lang="en-US" sz="1400" dirty="0"/>
              <a:t> </a:t>
            </a:r>
            <a:r>
              <a:rPr lang="en-US" sz="1400" dirty="0" err="1"/>
              <a:t>buatlah</a:t>
            </a:r>
            <a:r>
              <a:rPr lang="en-US" sz="1400" dirty="0"/>
              <a:t> file </a:t>
            </a:r>
            <a:r>
              <a:rPr lang="en-US" sz="1400" dirty="0" err="1"/>
              <a:t>requirements.txt.#touch</a:t>
            </a:r>
            <a:r>
              <a:rPr lang="en-US" sz="1400" dirty="0"/>
              <a:t>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 freeze. </a:t>
            </a:r>
            <a:r>
              <a:rPr lang="en-US" sz="1400" dirty="0" err="1"/>
              <a:t>Fungsinya</a:t>
            </a:r>
            <a:r>
              <a:rPr lang="en-US" sz="1400" dirty="0"/>
              <a:t>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memasukkan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requirements dependencies yang </a:t>
            </a:r>
            <a:r>
              <a:rPr lang="en-US" sz="1400" dirty="0" err="1"/>
              <a:t>perlu</a:t>
            </a:r>
            <a:r>
              <a:rPr lang="en-US" sz="1400" dirty="0"/>
              <a:t> di </a:t>
            </a:r>
            <a:r>
              <a:rPr lang="en-US" sz="1400" dirty="0" err="1"/>
              <a:t>instal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(</a:t>
            </a:r>
            <a:r>
              <a:rPr lang="en-US" sz="1400" dirty="0" err="1"/>
              <a:t>Fungsi</a:t>
            </a:r>
            <a:r>
              <a:rPr lang="en-US" sz="1400" dirty="0"/>
              <a:t>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file </a:t>
            </a:r>
            <a:r>
              <a:rPr lang="en-US" sz="1400" dirty="0" err="1"/>
              <a:t>package.json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NodeJS</a:t>
            </a:r>
            <a:r>
              <a:rPr lang="en-US" sz="1400" dirty="0"/>
              <a:t>). File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nanti</a:t>
            </a:r>
            <a:r>
              <a:rPr lang="en-US" sz="1400" dirty="0"/>
              <a:t> </a:t>
            </a:r>
            <a:r>
              <a:rPr lang="en-US" sz="1400" dirty="0" err="1"/>
              <a:t>berguna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container.#pip3 freeze &gt; requirements.txt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Keluar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virtual environment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.#deactivate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.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image </a:t>
            </a:r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kebutuhan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perlukan</a:t>
            </a:r>
            <a:r>
              <a:rPr lang="en-US" sz="1400" dirty="0"/>
              <a:t>. </a:t>
            </a:r>
            <a:r>
              <a:rPr lang="en-US" sz="1400" dirty="0" err="1"/>
              <a:t>Umumnya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</a:t>
            </a:r>
            <a:r>
              <a:rPr lang="en-US" sz="1400" dirty="0" err="1"/>
              <a:t>langkah-langkah</a:t>
            </a:r>
            <a:r>
              <a:rPr lang="en-US" sz="1400" dirty="0"/>
              <a:t>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mencoba</a:t>
            </a:r>
            <a:r>
              <a:rPr lang="en-US" sz="1400" dirty="0"/>
              <a:t> deploy simple app flask </a:t>
            </a:r>
            <a:r>
              <a:rPr lang="en-US" sz="1400" dirty="0" err="1"/>
              <a:t>kita</a:t>
            </a:r>
            <a:r>
              <a:rPr lang="en-US" sz="1400" dirty="0"/>
              <a:t>. </a:t>
            </a:r>
            <a:r>
              <a:rPr lang="en-US" sz="1400" dirty="0" err="1"/>
              <a:t>Jika</a:t>
            </a:r>
            <a:r>
              <a:rPr lang="en-US" sz="1400" dirty="0"/>
              <a:t> kalian </a:t>
            </a:r>
            <a:r>
              <a:rPr lang="en-US" sz="1400" dirty="0" err="1"/>
              <a:t>perhatikan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baik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</a:t>
            </a:r>
            <a:r>
              <a:rPr lang="en-US" sz="1400" dirty="0" err="1"/>
              <a:t>merupakan</a:t>
            </a:r>
            <a:r>
              <a:rPr lang="en-US" sz="1400" dirty="0"/>
              <a:t> requirement-requirement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mendeploy</a:t>
            </a:r>
            <a:r>
              <a:rPr lang="en-US" sz="1400" dirty="0"/>
              <a:t> simple app </a:t>
            </a:r>
            <a:r>
              <a:rPr lang="en-US" sz="1400" dirty="0" err="1"/>
              <a:t>flask.#vim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 ------Isi Docker File----- FROM python:3.8-slim EXPOSE 80 RUN </a:t>
            </a:r>
            <a:r>
              <a:rPr lang="en-US" sz="1400" dirty="0" err="1"/>
              <a:t>mkdir</a:t>
            </a:r>
            <a:r>
              <a:rPr lang="en-US" sz="1400" dirty="0"/>
              <a:t> -p /flask/sample-app WORKDIR /flask/sample-app COPY requirements.txt . COPY main.py . COPY templates/index.html templates/index.html RUN pip3 install -r requirements.txt CMD ["python3", "main.py"]</a:t>
            </a:r>
            <a:r>
              <a:rPr lang="en-US" sz="1400" dirty="0" err="1"/>
              <a:t>Penjelasan</a:t>
            </a:r>
            <a:r>
              <a:rPr lang="en-US" sz="1400" dirty="0"/>
              <a:t> </a:t>
            </a:r>
            <a:r>
              <a:rPr lang="en-US" sz="1400" dirty="0" err="1"/>
              <a:t>beberapa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 smtClean="0"/>
              <a:t>:</a:t>
            </a:r>
            <a:endParaRPr lang="en-US" sz="1400" dirty="0"/>
          </a:p>
        </p:txBody>
      </p:sp>
      <p:sp>
        <p:nvSpPr>
          <p:cNvPr id="12" name="Rectangle 11"/>
          <p:cNvSpPr/>
          <p:nvPr/>
        </p:nvSpPr>
        <p:spPr>
          <a:xfrm>
            <a:off x="5924550" y="296309"/>
            <a:ext cx="6046952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smtClean="0"/>
              <a:t>FROM </a:t>
            </a:r>
            <a:r>
              <a:rPr lang="en-US" sz="1400" dirty="0"/>
              <a:t>python:3.8-slimMengambil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mengepull</a:t>
            </a:r>
            <a:r>
              <a:rPr lang="en-US" sz="1400" dirty="0"/>
              <a:t> image python:3.8-slim </a:t>
            </a:r>
            <a:r>
              <a:rPr lang="en-US" sz="1400" dirty="0" err="1"/>
              <a:t>dari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hub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EXPOSE 80Untuk </a:t>
            </a:r>
            <a:r>
              <a:rPr lang="en-US" sz="1400" dirty="0" err="1"/>
              <a:t>mendefinisikan</a:t>
            </a:r>
            <a:r>
              <a:rPr lang="en-US" sz="1400" dirty="0"/>
              <a:t> port </a:t>
            </a:r>
            <a:r>
              <a:rPr lang="en-US" sz="1400" dirty="0" err="1"/>
              <a:t>untuk</a:t>
            </a:r>
            <a:r>
              <a:rPr lang="en-US" sz="1400" dirty="0"/>
              <a:t> container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diaktifkan</a:t>
            </a:r>
            <a:endParaRPr lang="en-US" sz="1400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</a:t>
            </a:r>
            <a:r>
              <a:rPr lang="en-US" sz="1400" dirty="0" err="1"/>
              <a:t>mkdir</a:t>
            </a:r>
            <a:r>
              <a:rPr lang="en-US" sz="1400" dirty="0"/>
              <a:t> -p /flask/sample-</a:t>
            </a:r>
            <a:r>
              <a:rPr lang="en-US" sz="1400" dirty="0" err="1"/>
              <a:t>appDigunakan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mkdir</a:t>
            </a:r>
            <a:r>
              <a:rPr lang="en-US" sz="1400" dirty="0"/>
              <a:t>…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pembuatan</a:t>
            </a:r>
            <a:r>
              <a:rPr lang="en-US" sz="1400" dirty="0"/>
              <a:t> image.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WORKDIR /flask/sample-</a:t>
            </a:r>
            <a:r>
              <a:rPr lang="en-US" sz="1400" dirty="0" err="1"/>
              <a:t>appPerintah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masuk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Working Directory (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kerj</a:t>
            </a:r>
            <a:r>
              <a:rPr lang="en-US" sz="1400" dirty="0"/>
              <a:t>)a yang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. </a:t>
            </a:r>
            <a:r>
              <a:rPr lang="en-US" sz="1400" dirty="0" err="1"/>
              <a:t>Sama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cd /flask/sample-app.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requirements.txt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requirements.txt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main.py .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main.py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Working Directory.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COPY templates/index.html templates/</a:t>
            </a:r>
            <a:r>
              <a:rPr lang="en-US" sz="1400" dirty="0" err="1"/>
              <a:t>index.htmlDigunakan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mengcopy</a:t>
            </a:r>
            <a:r>
              <a:rPr lang="en-US" sz="1400" dirty="0"/>
              <a:t> file index.html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kedalam</a:t>
            </a:r>
            <a:r>
              <a:rPr lang="en-US" sz="1400" dirty="0"/>
              <a:t> folder templates/.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RUN pip3 install -r </a:t>
            </a:r>
            <a:r>
              <a:rPr lang="en-US" sz="1400" dirty="0" err="1"/>
              <a:t>requirements.txtDigunakan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pip3… yang </a:t>
            </a:r>
            <a:r>
              <a:rPr lang="en-US" sz="1400" dirty="0" err="1"/>
              <a:t>dimana</a:t>
            </a:r>
            <a:r>
              <a:rPr lang="en-US" sz="1400" dirty="0"/>
              <a:t> </a:t>
            </a:r>
            <a:r>
              <a:rPr lang="en-US" sz="1400" dirty="0" err="1"/>
              <a:t>menginstal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dependencies yang </a:t>
            </a:r>
            <a:r>
              <a:rPr lang="en-US" sz="1400" dirty="0" err="1"/>
              <a:t>ada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file requirements.txt.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CMD [“python3”, “main.py“]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mengeksekusi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utama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container </a:t>
            </a:r>
            <a:r>
              <a:rPr lang="en-US" sz="1400" dirty="0" err="1"/>
              <a:t>berjalan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Selanjutnya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build </a:t>
            </a:r>
            <a:r>
              <a:rPr lang="en-US" sz="1400" dirty="0" err="1"/>
              <a:t>docker</a:t>
            </a:r>
            <a:r>
              <a:rPr lang="en-US" sz="1400" dirty="0"/>
              <a:t> images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built -t &lt;tag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images&gt; &lt;</a:t>
            </a:r>
            <a:r>
              <a:rPr lang="en-US" sz="1400" dirty="0" err="1"/>
              <a:t>direktori</a:t>
            </a:r>
            <a:r>
              <a:rPr lang="en-US" sz="1400" dirty="0"/>
              <a:t> </a:t>
            </a:r>
            <a:r>
              <a:rPr lang="en-US" sz="1400" dirty="0" err="1"/>
              <a:t>letak</a:t>
            </a:r>
            <a:r>
              <a:rPr lang="en-US" sz="1400" dirty="0"/>
              <a:t> </a:t>
            </a:r>
            <a:r>
              <a:rPr lang="en-US" sz="1400" dirty="0" err="1"/>
              <a:t>Dockerfile</a:t>
            </a:r>
            <a:r>
              <a:rPr lang="en-US" sz="1400" dirty="0"/>
              <a:t>&gt; </a:t>
            </a:r>
            <a:r>
              <a:rPr lang="en-US" sz="1400" dirty="0" err="1"/>
              <a:t>contoh</a:t>
            </a:r>
            <a:r>
              <a:rPr lang="en-US" sz="1400" dirty="0"/>
              <a:t>: #</a:t>
            </a:r>
            <a:r>
              <a:rPr lang="en-US" sz="1400" dirty="0" err="1"/>
              <a:t>docker</a:t>
            </a:r>
            <a:r>
              <a:rPr lang="en-US" sz="1400" dirty="0"/>
              <a:t> built -t </a:t>
            </a:r>
            <a:r>
              <a:rPr lang="en-US" sz="1400" dirty="0" err="1"/>
              <a:t>sampleapp</a:t>
            </a:r>
            <a:r>
              <a:rPr lang="en-US" sz="1400" dirty="0"/>
              <a:t> 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sz="1400" dirty="0" err="1"/>
              <a:t>Kemudian</a:t>
            </a:r>
            <a:r>
              <a:rPr lang="en-US" sz="1400" dirty="0"/>
              <a:t>,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container </a:t>
            </a:r>
            <a:r>
              <a:rPr lang="en-US" sz="1400" dirty="0" err="1"/>
              <a:t>menggunakan</a:t>
            </a:r>
            <a:r>
              <a:rPr lang="en-US" sz="1400" dirty="0"/>
              <a:t> images yang </a:t>
            </a:r>
            <a:r>
              <a:rPr lang="en-US" sz="1400" dirty="0" err="1"/>
              <a:t>telah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. </a:t>
            </a:r>
            <a:r>
              <a:rPr lang="en-US" sz="1400" dirty="0" err="1"/>
              <a:t>Jangan</a:t>
            </a:r>
            <a:r>
              <a:rPr lang="en-US" sz="1400" dirty="0"/>
              <a:t> </a:t>
            </a:r>
            <a:r>
              <a:rPr lang="en-US" sz="1400" dirty="0" err="1"/>
              <a:t>lupa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expose </a:t>
            </a:r>
            <a:r>
              <a:rPr lang="en-US" sz="1400" dirty="0" err="1"/>
              <a:t>portnya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80, agar </a:t>
            </a:r>
            <a:r>
              <a:rPr lang="en-US" sz="1400" dirty="0" err="1"/>
              <a:t>nantinya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lagi</a:t>
            </a:r>
            <a:r>
              <a:rPr lang="en-US" sz="1400" dirty="0"/>
              <a:t> </a:t>
            </a:r>
            <a:r>
              <a:rPr lang="en-US" sz="1400" dirty="0" err="1"/>
              <a:t>mengetikkan</a:t>
            </a:r>
            <a:r>
              <a:rPr lang="en-US" sz="1400" dirty="0"/>
              <a:t> port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uji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diweb</a:t>
            </a:r>
            <a:r>
              <a:rPr lang="en-US" sz="1400" dirty="0"/>
              <a:t> browser.#</a:t>
            </a:r>
            <a:r>
              <a:rPr lang="en-US" sz="1400" dirty="0" err="1"/>
              <a:t>docker</a:t>
            </a:r>
            <a:r>
              <a:rPr lang="en-US" sz="1400" dirty="0"/>
              <a:t> run -d -p 80:8080 --name </a:t>
            </a:r>
            <a:r>
              <a:rPr lang="en-US" sz="1400" dirty="0" err="1"/>
              <a:t>sampleapp</a:t>
            </a:r>
            <a:r>
              <a:rPr lang="en-US" sz="1400" dirty="0"/>
              <a:t>-flask </a:t>
            </a:r>
            <a:r>
              <a:rPr lang="en-US" sz="1400" dirty="0" err="1"/>
              <a:t>sampleapp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92617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container </a:t>
            </a:r>
            <a:r>
              <a:rPr lang="en-US" sz="1400" b="1" dirty="0" err="1"/>
              <a:t>dijalankan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status </a:t>
            </a:r>
            <a:r>
              <a:rPr lang="en-US" sz="1400" b="1" dirty="0" err="1"/>
              <a:t>dari</a:t>
            </a:r>
            <a:r>
              <a:rPr lang="en-US" sz="1400" b="1" dirty="0"/>
              <a:t> container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benar-benar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 </a:t>
            </a:r>
            <a:r>
              <a:rPr lang="en-US" sz="1400" b="1" dirty="0" err="1"/>
              <a:t>Gunakan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melihat</a:t>
            </a:r>
            <a:r>
              <a:rPr lang="en-US" sz="1400" b="1" dirty="0"/>
              <a:t> status container.#</a:t>
            </a:r>
            <a:r>
              <a:rPr lang="en-US" sz="1400" b="1" dirty="0" err="1"/>
              <a:t>docker</a:t>
            </a:r>
            <a:r>
              <a:rPr lang="en-US" sz="1400" b="1" dirty="0"/>
              <a:t> container </a:t>
            </a:r>
            <a:r>
              <a:rPr lang="en-US" sz="1400" b="1" dirty="0" smtClean="0"/>
              <a:t>ls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b="1" dirty="0" err="1"/>
              <a:t>Selanjutnya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</a:t>
            </a:r>
            <a:r>
              <a:rPr lang="en-US" sz="1400" b="1" dirty="0" err="1"/>
              <a:t>alamat</a:t>
            </a:r>
            <a:r>
              <a:rPr lang="en-US" sz="1400" b="1" dirty="0"/>
              <a:t> IP server.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dilihat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hasil</a:t>
            </a:r>
            <a:r>
              <a:rPr lang="en-US" sz="1400" b="1" dirty="0"/>
              <a:t> </a:t>
            </a:r>
            <a:r>
              <a:rPr lang="en-US" sz="1400" b="1" dirty="0" err="1"/>
              <a:t>gambar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perlu</a:t>
            </a:r>
            <a:r>
              <a:rPr lang="en-US" sz="1400" b="1" dirty="0"/>
              <a:t> </a:t>
            </a:r>
            <a:r>
              <a:rPr lang="en-US" sz="1400" b="1" dirty="0" err="1"/>
              <a:t>lagi</a:t>
            </a:r>
            <a:r>
              <a:rPr lang="en-US" sz="1400" b="1" dirty="0"/>
              <a:t> </a:t>
            </a:r>
            <a:r>
              <a:rPr lang="en-US" sz="1400" b="1" dirty="0" err="1"/>
              <a:t>mengetikkan</a:t>
            </a:r>
            <a:r>
              <a:rPr lang="en-US" sz="1400" b="1" dirty="0"/>
              <a:t> port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membuka</a:t>
            </a:r>
            <a:r>
              <a:rPr lang="en-US" sz="1400" b="1" dirty="0"/>
              <a:t> simple app yang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3" name="Rectangle 12"/>
          <p:cNvSpPr/>
          <p:nvPr/>
        </p:nvSpPr>
        <p:spPr>
          <a:xfrm>
            <a:off x="435158" y="2750562"/>
            <a:ext cx="5622129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/flash/sample-app#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container ls</a:t>
            </a:r>
          </a:p>
          <a:p>
            <a:pPr algn="just"/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 </a:t>
            </a:r>
          </a:p>
          <a:p>
            <a:pPr algn="just"/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r>
              <a:rPr lang="en-US" sz="1400" dirty="0" err="1" smtClean="0">
                <a:solidFill>
                  <a:schemeClr val="bg1">
                    <a:lumMod val="50000"/>
                  </a:schemeClr>
                </a:solidFill>
              </a:rPr>
              <a:t>root@administrator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:/home/panda/GPU2#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58" y="3167778"/>
            <a:ext cx="5622129" cy="6168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8" y="5351274"/>
            <a:ext cx="5622129" cy="11239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73655" y="103684"/>
            <a:ext cx="5838497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smtClean="0">
                <a:solidFill>
                  <a:srgbClr val="002060"/>
                </a:solidFill>
              </a:rPr>
              <a:t>Deploy Simple App </a:t>
            </a:r>
            <a:r>
              <a:rPr lang="en-US" b="1" dirty="0" err="1" smtClean="0">
                <a:solidFill>
                  <a:srgbClr val="002060"/>
                </a:solidFill>
              </a:rPr>
              <a:t>NodeJS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b="1" dirty="0" smtClean="0">
              <a:solidFill>
                <a:srgbClr val="002060"/>
              </a:solidFill>
            </a:endParaRPr>
          </a:p>
          <a:p>
            <a:pPr algn="just"/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materi</a:t>
            </a:r>
            <a:r>
              <a:rPr lang="en-US" dirty="0"/>
              <a:t> </a:t>
            </a:r>
            <a:r>
              <a:rPr lang="en-US" dirty="0" err="1"/>
              <a:t>sebelumnya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deploy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. Nah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kesempatan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membantu</a:t>
            </a:r>
            <a:r>
              <a:rPr lang="en-US" dirty="0"/>
              <a:t> kalian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konfigurasi</a:t>
            </a:r>
            <a:r>
              <a:rPr lang="en-US" dirty="0"/>
              <a:t> </a:t>
            </a:r>
            <a:r>
              <a:rPr lang="en-US" dirty="0" err="1"/>
              <a:t>sederhana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mendeploy</a:t>
            </a:r>
            <a:r>
              <a:rPr lang="en-US" dirty="0"/>
              <a:t> Simple App </a:t>
            </a:r>
            <a:r>
              <a:rPr lang="en-US" dirty="0" err="1"/>
              <a:t>NodeJS</a:t>
            </a:r>
            <a:r>
              <a:rPr lang="en-US" dirty="0"/>
              <a:t> </a:t>
            </a:r>
            <a:r>
              <a:rPr lang="en-US" dirty="0" err="1"/>
              <a:t>kedalam</a:t>
            </a:r>
            <a:r>
              <a:rPr lang="en-US" dirty="0"/>
              <a:t> </a:t>
            </a:r>
            <a:r>
              <a:rPr lang="en-US" dirty="0" err="1"/>
              <a:t>docker</a:t>
            </a:r>
            <a:r>
              <a:rPr lang="en-US" dirty="0"/>
              <a:t>.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halnya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pembuat</a:t>
            </a:r>
            <a:r>
              <a:rPr lang="en-US" dirty="0"/>
              <a:t> simple app flask,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r>
              <a:rPr lang="en-US" dirty="0"/>
              <a:t>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menjalankannya</a:t>
            </a:r>
            <a:r>
              <a:rPr lang="en-US" dirty="0"/>
              <a:t>.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Docker Compose.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memahami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70782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 smtClean="0">
                <a:solidFill>
                  <a:srgbClr val="002060"/>
                </a:solidFill>
              </a:rPr>
              <a:t>Dockerfile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Masuk</a:t>
            </a:r>
            <a:r>
              <a:rPr lang="en-US" sz="1400" b="1" dirty="0"/>
              <a:t>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diretory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kalian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</a:t>
            </a:r>
            <a:r>
              <a:rPr lang="en-US" sz="1400" b="1" dirty="0" err="1"/>
              <a:t>dari</a:t>
            </a:r>
            <a:r>
              <a:rPr lang="en-US" sz="1400" b="1" dirty="0"/>
              <a:t> simple apps. </a:t>
            </a: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file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berdasarkan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yang </a:t>
            </a:r>
            <a:r>
              <a:rPr lang="en-US" sz="1400" b="1" dirty="0" err="1"/>
              <a:t>diperlukan</a:t>
            </a:r>
            <a:r>
              <a:rPr lang="en-US" sz="1400" b="1" dirty="0"/>
              <a:t>. </a:t>
            </a:r>
            <a:r>
              <a:rPr lang="en-US" sz="1400" b="1" dirty="0" err="1"/>
              <a:t>Umumnya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berupa</a:t>
            </a:r>
            <a:r>
              <a:rPr lang="en-US" sz="1400" b="1" dirty="0"/>
              <a:t> requirements yang </a:t>
            </a:r>
            <a:r>
              <a:rPr lang="en-US" sz="1400" b="1" dirty="0" err="1"/>
              <a:t>diperlukan</a:t>
            </a:r>
            <a:r>
              <a:rPr lang="en-US" sz="1400" b="1" dirty="0"/>
              <a:t> </a:t>
            </a:r>
            <a:r>
              <a:rPr lang="en-US" sz="1400" b="1" dirty="0" err="1"/>
              <a:t>dalam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apps </a:t>
            </a:r>
            <a:r>
              <a:rPr lang="en-US" sz="1400" b="1" dirty="0" err="1"/>
              <a:t>kita</a:t>
            </a:r>
            <a:r>
              <a:rPr lang="en-US" sz="1400" b="1" dirty="0"/>
              <a:t>.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16, </a:t>
            </a:r>
            <a:r>
              <a:rPr lang="en-US" sz="1400" b="1" dirty="0" err="1"/>
              <a:t>namun</a:t>
            </a:r>
            <a:r>
              <a:rPr lang="en-US" sz="1400" b="1" dirty="0"/>
              <a:t> </a:t>
            </a:r>
            <a:r>
              <a:rPr lang="en-US" sz="1400" b="1" dirty="0" err="1"/>
              <a:t>disini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ubah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nodejs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18.#cd /deploy/simple-apps --&gt;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tempat</a:t>
            </a:r>
            <a:r>
              <a:rPr lang="en-US" sz="1400" b="1" dirty="0"/>
              <a:t> </a:t>
            </a:r>
            <a:r>
              <a:rPr lang="en-US" sz="1400" b="1" dirty="0" err="1"/>
              <a:t>saya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source code #vim </a:t>
            </a:r>
            <a:r>
              <a:rPr lang="en-US" sz="1400" b="1" dirty="0" err="1"/>
              <a:t>Dockerfile</a:t>
            </a:r>
            <a:r>
              <a:rPr lang="en-US" sz="1400" b="1" dirty="0"/>
              <a:t> ===</a:t>
            </a:r>
            <a:r>
              <a:rPr lang="en-US" sz="1400" b="1" dirty="0" err="1"/>
              <a:t>isi</a:t>
            </a:r>
            <a:r>
              <a:rPr lang="en-US" sz="1400" b="1" dirty="0"/>
              <a:t> file=== FROM node:18.16.0-slim WORKDIR /app ADD . . RUN </a:t>
            </a:r>
            <a:r>
              <a:rPr lang="en-US" sz="1400" b="1" dirty="0" err="1"/>
              <a:t>npm</a:t>
            </a:r>
            <a:r>
              <a:rPr lang="en-US" sz="1400" b="1" dirty="0"/>
              <a:t> install CMD </a:t>
            </a:r>
            <a:r>
              <a:rPr lang="en-US" sz="1400" b="1" dirty="0" err="1"/>
              <a:t>npm</a:t>
            </a:r>
            <a:r>
              <a:rPr lang="en-US" sz="1400" b="1" dirty="0"/>
              <a:t> start ===end===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build image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build -t simple-apps . //</a:t>
            </a:r>
            <a:r>
              <a:rPr lang="en-US" sz="1400" b="1" dirty="0" err="1"/>
              <a:t>penjelasan</a:t>
            </a:r>
            <a:r>
              <a:rPr lang="en-US" sz="1400" b="1" dirty="0"/>
              <a:t> -t --&gt;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memberikan</a:t>
            </a:r>
            <a:r>
              <a:rPr lang="en-US" sz="1400" b="1" dirty="0"/>
              <a:t> tag </a:t>
            </a:r>
            <a:r>
              <a:rPr lang="en-US" sz="1400" b="1" dirty="0" err="1"/>
              <a:t>untuk</a:t>
            </a:r>
            <a:r>
              <a:rPr lang="en-US" sz="1400" b="1" dirty="0"/>
              <a:t> image yang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build -t &lt;tag&gt; &lt;</a:t>
            </a:r>
            <a:r>
              <a:rPr lang="en-US" sz="1400" b="1" dirty="0" err="1"/>
              <a:t>lokasi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 smtClean="0"/>
              <a:t>berada</a:t>
            </a:r>
            <a:r>
              <a:rPr lang="en-US" sz="1400" b="1" dirty="0" smtClean="0"/>
              <a:t>&gt;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b="1" dirty="0" smtClean="0">
                <a:solidFill>
                  <a:srgbClr val="002060"/>
                </a:solidFill>
              </a:rPr>
              <a:t>p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54110" y="304054"/>
            <a:ext cx="5838497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fontAlgn="base"/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images yang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images.#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smtClean="0"/>
              <a:t>images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Jika</a:t>
            </a:r>
            <a:r>
              <a:rPr lang="en-US" sz="1400" b="1" dirty="0" smtClean="0"/>
              <a:t> </a:t>
            </a:r>
            <a:r>
              <a:rPr lang="en-US" sz="1400" b="1" dirty="0"/>
              <a:t>images yang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muncul</a:t>
            </a:r>
            <a:r>
              <a:rPr lang="en-US" sz="1400" b="1" dirty="0"/>
              <a:t>,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images simple apps.#</a:t>
            </a:r>
            <a:r>
              <a:rPr lang="en-US" sz="1400" b="1" dirty="0" err="1"/>
              <a:t>docker</a:t>
            </a:r>
            <a:r>
              <a:rPr lang="en-US" sz="1400" b="1" dirty="0"/>
              <a:t> run -d -p 3000:3000 --name test-simple simple-apps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lihat</a:t>
            </a:r>
            <a:r>
              <a:rPr lang="en-US" sz="1400" b="1" dirty="0"/>
              <a:t> </a:t>
            </a:r>
            <a:r>
              <a:rPr lang="en-US" sz="1400" b="1" dirty="0" err="1"/>
              <a:t>apakah</a:t>
            </a:r>
            <a:r>
              <a:rPr lang="en-US" sz="1400" b="1" dirty="0"/>
              <a:t> container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dibuat</a:t>
            </a:r>
            <a:r>
              <a:rPr lang="en-US" sz="1400" b="1" dirty="0"/>
              <a:t> </a:t>
            </a:r>
            <a:r>
              <a:rPr lang="en-US" sz="1400" b="1" dirty="0" err="1"/>
              <a:t>sudah</a:t>
            </a:r>
            <a:r>
              <a:rPr lang="en-US" sz="1400" b="1" dirty="0"/>
              <a:t> </a:t>
            </a:r>
            <a:r>
              <a:rPr lang="en-US" sz="1400" b="1" dirty="0" err="1"/>
              <a:t>jalan</a:t>
            </a:r>
            <a:r>
              <a:rPr lang="en-US" sz="1400" b="1" dirty="0"/>
              <a:t> </a:t>
            </a:r>
            <a:r>
              <a:rPr lang="en-US" sz="1400" b="1" dirty="0" err="1"/>
              <a:t>atau</a:t>
            </a:r>
            <a:r>
              <a:rPr lang="en-US" sz="1400" b="1" dirty="0"/>
              <a:t> </a:t>
            </a:r>
            <a:r>
              <a:rPr lang="en-US" sz="1400" b="1" dirty="0" err="1"/>
              <a:t>belum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 smtClean="0"/>
              <a:t>ps</a:t>
            </a: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 smtClean="0"/>
              <a:t>Sekarang</a:t>
            </a:r>
            <a:r>
              <a:rPr lang="en-US" sz="1400" b="1" dirty="0" smtClean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uji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browser</a:t>
            </a:r>
            <a:r>
              <a:rPr lang="en-US" sz="1400" b="1" dirty="0" smtClean="0"/>
              <a:t>.</a:t>
            </a:r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 smtClean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endParaRPr lang="en-US" sz="1400" b="1" dirty="0"/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/>
              <a:t>p</a:t>
            </a: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4" name="Rectangle 13"/>
          <p:cNvSpPr/>
          <p:nvPr/>
        </p:nvSpPr>
        <p:spPr>
          <a:xfrm>
            <a:off x="6343869" y="1635537"/>
            <a:ext cx="562212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images</a:t>
            </a: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6" y="2013761"/>
            <a:ext cx="5373742" cy="5524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43869" y="4131001"/>
            <a:ext cx="5622129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just"/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6" y="4481789"/>
            <a:ext cx="5344181" cy="4679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869" y="5379515"/>
            <a:ext cx="5622129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24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400" y="1501530"/>
            <a:ext cx="5645150" cy="5109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>
                <a:solidFill>
                  <a:srgbClr val="002060"/>
                </a:solidFill>
              </a:rPr>
              <a:t>Konfigurasi</a:t>
            </a:r>
            <a:r>
              <a:rPr lang="en-US" b="1" dirty="0">
                <a:solidFill>
                  <a:srgbClr val="002060"/>
                </a:solidFill>
              </a:rPr>
              <a:t> Docker </a:t>
            </a:r>
            <a:r>
              <a:rPr lang="en-US" b="1" dirty="0" smtClean="0">
                <a:solidFill>
                  <a:srgbClr val="002060"/>
                </a:solidFill>
              </a:rPr>
              <a:t>Compose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images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</a:t>
            </a:r>
            <a:r>
              <a:rPr lang="en-US" sz="1400" b="1" dirty="0" err="1"/>
              <a:t>menjalankannya</a:t>
            </a:r>
            <a:r>
              <a:rPr lang="en-US" sz="1400" b="1" dirty="0"/>
              <a:t> </a:t>
            </a:r>
            <a:r>
              <a:rPr lang="en-US" sz="1400" b="1" dirty="0" err="1"/>
              <a:t>menjadi</a:t>
            </a:r>
            <a:r>
              <a:rPr lang="en-US" sz="1400" b="1" dirty="0"/>
              <a:t> container. </a:t>
            </a: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coba</a:t>
            </a:r>
            <a:r>
              <a:rPr lang="en-US" sz="1400" b="1" dirty="0"/>
              <a:t> </a:t>
            </a:r>
            <a:r>
              <a:rPr lang="en-US" sz="1400" b="1" dirty="0" err="1"/>
              <a:t>mendeploy</a:t>
            </a:r>
            <a:r>
              <a:rPr lang="en-US" sz="1400" b="1" dirty="0"/>
              <a:t> </a:t>
            </a:r>
            <a:r>
              <a:rPr lang="en-US" sz="1400" b="1" dirty="0" err="1"/>
              <a:t>kembali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fitur</a:t>
            </a:r>
            <a:r>
              <a:rPr lang="en-US" sz="1400" b="1" dirty="0"/>
              <a:t> Docker Compose. </a:t>
            </a:r>
            <a:r>
              <a:rPr lang="en-US" sz="1400" b="1" dirty="0" err="1"/>
              <a:t>Sebelum</a:t>
            </a:r>
            <a:r>
              <a:rPr lang="en-US" sz="1400" b="1" dirty="0"/>
              <a:t> </a:t>
            </a:r>
            <a:r>
              <a:rPr lang="en-US" sz="1400" b="1" dirty="0" err="1"/>
              <a:t>itu</a:t>
            </a:r>
            <a:r>
              <a:rPr lang="en-US" sz="1400" b="1" dirty="0"/>
              <a:t> install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</a:t>
            </a:r>
            <a:r>
              <a:rPr lang="en-US" sz="1400" b="1" dirty="0" err="1"/>
              <a:t>docker-composenya</a:t>
            </a:r>
            <a:r>
              <a:rPr lang="en-US" sz="1400" b="1" dirty="0"/>
              <a:t>.#apt update &amp;&amp; apt install </a:t>
            </a:r>
            <a:r>
              <a:rPr lang="en-US" sz="1400" b="1" dirty="0" err="1"/>
              <a:t>docker</a:t>
            </a:r>
            <a:r>
              <a:rPr lang="en-US" sz="1400" b="1" dirty="0"/>
              <a:t>-compose -y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Setelah</a:t>
            </a:r>
            <a:r>
              <a:rPr lang="en-US" sz="1400" b="1" dirty="0"/>
              <a:t> </a:t>
            </a:r>
            <a:r>
              <a:rPr lang="en-US" sz="1400" b="1" dirty="0" err="1"/>
              <a:t>instalasi</a:t>
            </a:r>
            <a:r>
              <a:rPr lang="en-US" sz="1400" b="1" dirty="0"/>
              <a:t> </a:t>
            </a:r>
            <a:r>
              <a:rPr lang="en-US" sz="1400" b="1" dirty="0" err="1"/>
              <a:t>berhasil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hapus</a:t>
            </a:r>
            <a:r>
              <a:rPr lang="en-US" sz="1400" b="1" dirty="0"/>
              <a:t> </a:t>
            </a:r>
            <a:r>
              <a:rPr lang="en-US" sz="1400" b="1" dirty="0" err="1"/>
              <a:t>terlebih</a:t>
            </a:r>
            <a:r>
              <a:rPr lang="en-US" sz="1400" b="1" dirty="0"/>
              <a:t> </a:t>
            </a:r>
            <a:r>
              <a:rPr lang="en-US" sz="1400" b="1" dirty="0" err="1"/>
              <a:t>dahulu</a:t>
            </a:r>
            <a:r>
              <a:rPr lang="en-US" sz="1400" b="1" dirty="0"/>
              <a:t> container yang </a:t>
            </a:r>
            <a:r>
              <a:rPr lang="en-US" sz="1400" b="1" dirty="0" err="1"/>
              <a:t>tadinya</a:t>
            </a:r>
            <a:r>
              <a:rPr lang="en-US" sz="1400" b="1" dirty="0"/>
              <a:t>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.#</a:t>
            </a:r>
            <a:r>
              <a:rPr lang="en-US" sz="1400" b="1" dirty="0" err="1"/>
              <a:t>docker</a:t>
            </a:r>
            <a:r>
              <a:rPr lang="en-US" sz="1400" b="1" dirty="0"/>
              <a:t> </a:t>
            </a:r>
            <a:r>
              <a:rPr lang="en-US" sz="1400" b="1" dirty="0" err="1"/>
              <a:t>rm</a:t>
            </a:r>
            <a:r>
              <a:rPr lang="en-US" sz="1400" b="1" dirty="0"/>
              <a:t> -f test-simple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Buatlah</a:t>
            </a:r>
            <a:r>
              <a:rPr lang="en-US" sz="1400" b="1" dirty="0"/>
              <a:t> </a:t>
            </a:r>
            <a:r>
              <a:rPr lang="en-US" sz="1400" b="1" dirty="0" err="1"/>
              <a:t>sebuah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</a:t>
            </a:r>
            <a:r>
              <a:rPr lang="en-US" sz="1400" b="1" dirty="0" err="1"/>
              <a:t>baru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nama</a:t>
            </a:r>
            <a:r>
              <a:rPr lang="en-US" sz="1400" b="1" dirty="0"/>
              <a:t> apps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menyimpan</a:t>
            </a:r>
            <a:r>
              <a:rPr lang="en-US" sz="1400" b="1" dirty="0"/>
              <a:t> file source code yang </a:t>
            </a:r>
            <a:r>
              <a:rPr lang="en-US" sz="1400" b="1" dirty="0" err="1"/>
              <a:t>telah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. </a:t>
            </a:r>
            <a:r>
              <a:rPr lang="en-US" sz="1400" b="1" dirty="0" err="1"/>
              <a:t>Pindahkan</a:t>
            </a:r>
            <a:r>
              <a:rPr lang="en-US" sz="1400" b="1" dirty="0"/>
              <a:t> </a:t>
            </a:r>
            <a:r>
              <a:rPr lang="en-US" sz="1400" b="1" dirty="0" err="1"/>
              <a:t>semua</a:t>
            </a:r>
            <a:r>
              <a:rPr lang="en-US" sz="1400" b="1" dirty="0"/>
              <a:t> file source code </a:t>
            </a:r>
            <a:r>
              <a:rPr lang="en-US" sz="1400" b="1" dirty="0" err="1"/>
              <a:t>ke</a:t>
            </a:r>
            <a:r>
              <a:rPr lang="en-US" sz="1400" b="1" dirty="0"/>
              <a:t> </a:t>
            </a:r>
            <a:r>
              <a:rPr lang="en-US" sz="1400" b="1" dirty="0" err="1"/>
              <a:t>direktori</a:t>
            </a:r>
            <a:r>
              <a:rPr lang="en-US" sz="1400" b="1" dirty="0"/>
              <a:t> apps.#</a:t>
            </a:r>
            <a:r>
              <a:rPr lang="en-US" sz="1400" b="1" dirty="0" err="1"/>
              <a:t>mkdir</a:t>
            </a:r>
            <a:r>
              <a:rPr lang="en-US" sz="1400" b="1" dirty="0"/>
              <a:t> apps #mv * apps/</a:t>
            </a:r>
          </a:p>
          <a:p>
            <a:pPr marL="342900" indent="-342900" algn="just" fontAlgn="base">
              <a:buFont typeface="+mj-lt"/>
              <a:buAutoNum type="arabicPeriod"/>
            </a:pPr>
            <a:r>
              <a:rPr lang="en-US" sz="1400" b="1" dirty="0" err="1"/>
              <a:t>Kemudian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buat</a:t>
            </a:r>
            <a:r>
              <a:rPr lang="en-US" sz="1400" b="1" dirty="0"/>
              <a:t> file </a:t>
            </a:r>
            <a:r>
              <a:rPr lang="en-US" sz="1400" b="1" dirty="0" err="1"/>
              <a:t>docker-compose.yml</a:t>
            </a:r>
            <a:r>
              <a:rPr lang="en-US" sz="1400" b="1" dirty="0"/>
              <a:t>. </a:t>
            </a:r>
            <a:r>
              <a:rPr lang="en-US" sz="1400" b="1" dirty="0" err="1"/>
              <a:t>Isikan</a:t>
            </a:r>
            <a:r>
              <a:rPr lang="en-US" sz="1400" b="1" dirty="0"/>
              <a:t> file </a:t>
            </a:r>
            <a:r>
              <a:rPr lang="en-US" sz="1400" b="1" dirty="0" err="1"/>
              <a:t>tersebut</a:t>
            </a:r>
            <a:r>
              <a:rPr lang="en-US" sz="1400" b="1" dirty="0"/>
              <a:t>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konfigurasi</a:t>
            </a:r>
            <a:r>
              <a:rPr lang="en-US" sz="1400" b="1" dirty="0"/>
              <a:t> </a:t>
            </a:r>
            <a:r>
              <a:rPr lang="en-US" sz="1400" b="1" dirty="0" err="1"/>
              <a:t>dibawah</a:t>
            </a:r>
            <a:r>
              <a:rPr lang="en-US" sz="1400" b="1" dirty="0"/>
              <a:t>.#vim </a:t>
            </a:r>
            <a:r>
              <a:rPr lang="en-US" sz="1400" b="1" dirty="0" err="1"/>
              <a:t>docker-compose.yml</a:t>
            </a:r>
            <a:r>
              <a:rPr lang="en-US" sz="1400" b="1" dirty="0"/>
              <a:t> #</a:t>
            </a:r>
            <a:r>
              <a:rPr lang="en-US" sz="1400" b="1" dirty="0" err="1"/>
              <a:t>versi</a:t>
            </a:r>
            <a:r>
              <a:rPr lang="en-US" sz="1400" b="1" dirty="0"/>
              <a:t> yang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mungkin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berbeda</a:t>
            </a:r>
            <a:r>
              <a:rPr lang="en-US" sz="1400" b="1" dirty="0"/>
              <a:t> </a:t>
            </a:r>
            <a:r>
              <a:rPr lang="en-US" sz="1400" b="1" dirty="0" err="1"/>
              <a:t>tergantung</a:t>
            </a:r>
            <a:r>
              <a:rPr lang="en-US" sz="1400" b="1" dirty="0"/>
              <a:t> </a:t>
            </a:r>
            <a:r>
              <a:rPr lang="en-US" sz="1400" b="1" dirty="0" err="1"/>
              <a:t>dari</a:t>
            </a:r>
            <a:r>
              <a:rPr lang="en-US" sz="1400" b="1" dirty="0"/>
              <a:t> </a:t>
            </a:r>
            <a:r>
              <a:rPr lang="en-US" sz="1400" b="1" dirty="0" err="1"/>
              <a:t>versi</a:t>
            </a:r>
            <a:r>
              <a:rPr lang="en-US" sz="1400" b="1" dirty="0"/>
              <a:t> </a:t>
            </a:r>
            <a:r>
              <a:rPr lang="en-US" sz="1400" b="1" dirty="0" err="1"/>
              <a:t>docker</a:t>
            </a:r>
            <a:r>
              <a:rPr lang="en-US" sz="1400" b="1" dirty="0"/>
              <a:t> compose yang </a:t>
            </a:r>
            <a:r>
              <a:rPr lang="en-US" sz="1400" b="1" dirty="0" err="1"/>
              <a:t>diinstall</a:t>
            </a:r>
            <a:r>
              <a:rPr lang="en-US" sz="1400" b="1" dirty="0"/>
              <a:t> version: "3.3" services: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dari</a:t>
            </a:r>
            <a:r>
              <a:rPr lang="en-US" sz="1400" b="1" dirty="0"/>
              <a:t> folder apps </a:t>
            </a:r>
            <a:r>
              <a:rPr lang="en-US" sz="1400" b="1" dirty="0" err="1"/>
              <a:t>kita</a:t>
            </a:r>
            <a:r>
              <a:rPr lang="en-US" sz="1400" b="1" dirty="0"/>
              <a:t> backend: build: ./apps restart: always links: - </a:t>
            </a:r>
            <a:r>
              <a:rPr lang="en-US" sz="1400" b="1" dirty="0" err="1"/>
              <a:t>db</a:t>
            </a:r>
            <a:r>
              <a:rPr lang="en-US" sz="1400" b="1" dirty="0"/>
              <a:t> ports: - "3000:3000" volumes: - app-data:/app/public/images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, </a:t>
            </a:r>
            <a:r>
              <a:rPr lang="en-US" sz="1400" b="1" dirty="0" err="1"/>
              <a:t>sebelumnya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</a:t>
            </a:r>
            <a:r>
              <a:rPr lang="en-US" sz="1400" b="1" dirty="0" err="1"/>
              <a:t>saat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</a:t>
            </a:r>
            <a:r>
              <a:rPr lang="en-US" sz="1400" b="1" dirty="0" err="1"/>
              <a:t>dockerfile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hanya</a:t>
            </a:r>
            <a:r>
              <a:rPr lang="en-US" sz="1400" b="1" dirty="0"/>
              <a:t> </a:t>
            </a:r>
            <a:r>
              <a:rPr lang="en-US" sz="1400" b="1" dirty="0" err="1"/>
              <a:t>menjalankan</a:t>
            </a:r>
            <a:r>
              <a:rPr lang="en-US" sz="1400" b="1" dirty="0"/>
              <a:t> web </a:t>
            </a:r>
            <a:r>
              <a:rPr lang="en-US" sz="1400" b="1" dirty="0" err="1"/>
              <a:t>untuk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page </a:t>
            </a:r>
            <a:r>
              <a:rPr lang="en-US" sz="1400" b="1" dirty="0" err="1"/>
              <a:t>utama</a:t>
            </a:r>
            <a:r>
              <a:rPr lang="en-US" sz="1400" b="1" dirty="0"/>
              <a:t> </a:t>
            </a:r>
            <a:r>
              <a:rPr lang="en-US" sz="1400" b="1" dirty="0" err="1"/>
              <a:t>dan</a:t>
            </a:r>
            <a:r>
              <a:rPr lang="en-US" sz="1400" b="1" dirty="0"/>
              <a:t> /app. </a:t>
            </a:r>
            <a:r>
              <a:rPr lang="en-US" sz="1400" b="1" dirty="0" err="1"/>
              <a:t>Sedangkan</a:t>
            </a:r>
            <a:r>
              <a:rPr lang="en-US" sz="1400" b="1" dirty="0"/>
              <a:t> route </a:t>
            </a:r>
            <a:r>
              <a:rPr lang="en-US" sz="1400" b="1" dirty="0" err="1"/>
              <a:t>ke</a:t>
            </a:r>
            <a:r>
              <a:rPr lang="en-US" sz="1400" b="1" dirty="0"/>
              <a:t> /users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dibuka</a:t>
            </a:r>
            <a:r>
              <a:rPr lang="en-US" sz="1400" b="1" dirty="0"/>
              <a:t> </a:t>
            </a:r>
            <a:r>
              <a:rPr lang="en-US" sz="1400" b="1" dirty="0" err="1"/>
              <a:t>karena</a:t>
            </a:r>
            <a:r>
              <a:rPr lang="en-US" sz="1400" b="1" dirty="0"/>
              <a:t> </a:t>
            </a:r>
            <a:r>
              <a:rPr lang="en-US" sz="1400" b="1" dirty="0" err="1"/>
              <a:t>tidak</a:t>
            </a:r>
            <a:r>
              <a:rPr lang="en-US" sz="1400" b="1" dirty="0"/>
              <a:t> </a:t>
            </a:r>
            <a:r>
              <a:rPr lang="en-US" sz="1400" b="1" dirty="0" err="1"/>
              <a:t>ada</a:t>
            </a:r>
            <a:r>
              <a:rPr lang="en-US" sz="1400" b="1" dirty="0"/>
              <a:t> container </a:t>
            </a:r>
            <a:r>
              <a:rPr lang="en-US" sz="1400" b="1" dirty="0" err="1"/>
              <a:t>mariadbnya</a:t>
            </a:r>
            <a:r>
              <a:rPr lang="en-US" sz="1400" b="1" dirty="0"/>
              <a:t> </a:t>
            </a:r>
            <a:r>
              <a:rPr lang="en-US" sz="1400" b="1" dirty="0" err="1"/>
              <a:t>db</a:t>
            </a:r>
            <a:r>
              <a:rPr lang="en-US" sz="1400" b="1" dirty="0"/>
              <a:t>: image: "</a:t>
            </a:r>
            <a:r>
              <a:rPr lang="en-US" sz="1400" b="1" dirty="0" err="1"/>
              <a:t>mariadb</a:t>
            </a:r>
            <a:r>
              <a:rPr lang="en-US" sz="1400" b="1" dirty="0"/>
              <a:t>" restart: always links: - </a:t>
            </a:r>
            <a:r>
              <a:rPr lang="en-US" sz="1400" b="1" dirty="0" err="1"/>
              <a:t>phpmyadmin</a:t>
            </a:r>
            <a:r>
              <a:rPr lang="en-US" sz="1400" b="1" dirty="0"/>
              <a:t> ports: - "3306" </a:t>
            </a:r>
            <a:r>
              <a:rPr lang="en-US" sz="1400" b="1" dirty="0" smtClean="0"/>
              <a:t>environment</a:t>
            </a:r>
            <a:endParaRPr lang="en-US" sz="1400" b="1" dirty="0"/>
          </a:p>
        </p:txBody>
      </p:sp>
      <p:sp>
        <p:nvSpPr>
          <p:cNvPr id="8" name="Rectangle 7"/>
          <p:cNvSpPr/>
          <p:nvPr/>
        </p:nvSpPr>
        <p:spPr>
          <a:xfrm>
            <a:off x="6089650" y="61696"/>
            <a:ext cx="564515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sz="1400" b="1" dirty="0" smtClean="0"/>
              <a:t>- </a:t>
            </a:r>
            <a:r>
              <a:rPr lang="en-US" sz="1400" b="1" dirty="0"/>
              <a:t>MYSQL_ROOT_PASSWORD=password - MYSQL_DATABASE=training - MYSQL_USER=</a:t>
            </a:r>
            <a:r>
              <a:rPr lang="en-US" sz="1400" b="1" dirty="0" err="1"/>
              <a:t>peserta</a:t>
            </a:r>
            <a:r>
              <a:rPr lang="en-US" sz="1400" b="1" dirty="0"/>
              <a:t> - MYSQL_PASSWORD=password volumes: - ./apps/database/:/</a:t>
            </a:r>
            <a:r>
              <a:rPr lang="en-US" sz="1400" b="1" dirty="0" err="1"/>
              <a:t>docker-entrypoint-initdb.d</a:t>
            </a:r>
            <a:r>
              <a:rPr lang="en-US" sz="1400" b="1" dirty="0"/>
              <a:t> - </a:t>
            </a:r>
            <a:r>
              <a:rPr lang="en-US" sz="1400" b="1" dirty="0" err="1"/>
              <a:t>db</a:t>
            </a:r>
            <a:r>
              <a:rPr lang="en-US" sz="1400" b="1" dirty="0"/>
              <a:t>-data:/</a:t>
            </a:r>
            <a:r>
              <a:rPr lang="en-US" sz="1400" b="1" dirty="0" err="1"/>
              <a:t>var</a:t>
            </a:r>
            <a:r>
              <a:rPr lang="en-US" sz="1400" b="1" dirty="0"/>
              <a:t>/lib/</a:t>
            </a:r>
            <a:r>
              <a:rPr lang="en-US" sz="1400" b="1" dirty="0" err="1"/>
              <a:t>mysql</a:t>
            </a:r>
            <a:r>
              <a:rPr lang="en-US" sz="1400" b="1" dirty="0"/>
              <a:t> #</a:t>
            </a:r>
            <a:r>
              <a:rPr lang="en-US" sz="1400" b="1" dirty="0" err="1"/>
              <a:t>perintah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</a:t>
            </a:r>
            <a:r>
              <a:rPr lang="en-US" sz="1400" b="1" dirty="0" err="1"/>
              <a:t>digunakan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membuat</a:t>
            </a:r>
            <a:r>
              <a:rPr lang="en-US" sz="1400" b="1" dirty="0"/>
              <a:t> container </a:t>
            </a:r>
            <a:r>
              <a:rPr lang="en-US" sz="1400" b="1" dirty="0" err="1"/>
              <a:t>phpmyadmin</a:t>
            </a:r>
            <a:r>
              <a:rPr lang="en-US" sz="1400" b="1" dirty="0"/>
              <a:t>, 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ini</a:t>
            </a:r>
            <a:r>
              <a:rPr lang="en-US" sz="1400" b="1" dirty="0"/>
              <a:t> kalian </a:t>
            </a:r>
            <a:r>
              <a:rPr lang="en-US" sz="1400" b="1" dirty="0" err="1"/>
              <a:t>dapat</a:t>
            </a:r>
            <a:r>
              <a:rPr lang="en-US" sz="1400" b="1" dirty="0"/>
              <a:t> </a:t>
            </a:r>
            <a:r>
              <a:rPr lang="en-US" sz="1400" b="1" dirty="0" err="1"/>
              <a:t>mengakses</a:t>
            </a:r>
            <a:r>
              <a:rPr lang="en-US" sz="1400" b="1" dirty="0"/>
              <a:t> </a:t>
            </a:r>
            <a:r>
              <a:rPr lang="en-US" sz="1400" b="1" dirty="0" err="1"/>
              <a:t>phpmyadmin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mengubah</a:t>
            </a:r>
            <a:r>
              <a:rPr lang="en-US" sz="1400" b="1" dirty="0"/>
              <a:t> </a:t>
            </a:r>
            <a:r>
              <a:rPr lang="en-US" sz="1400" b="1" dirty="0" err="1"/>
              <a:t>isi</a:t>
            </a:r>
            <a:r>
              <a:rPr lang="en-US" sz="1400" b="1" dirty="0"/>
              <a:t> database </a:t>
            </a:r>
            <a:r>
              <a:rPr lang="en-US" sz="1400" b="1" dirty="0" err="1"/>
              <a:t>phpmyadmin</a:t>
            </a:r>
            <a:r>
              <a:rPr lang="en-US" sz="1400" b="1" dirty="0"/>
              <a:t>: image: "</a:t>
            </a:r>
            <a:r>
              <a:rPr lang="en-US" sz="1400" b="1" dirty="0" err="1"/>
              <a:t>phpmyadmin</a:t>
            </a:r>
            <a:r>
              <a:rPr lang="en-US" sz="1400" b="1" dirty="0"/>
              <a:t>" restart: always ports: - "8000:80" environment: - PMA_HOST=</a:t>
            </a:r>
            <a:r>
              <a:rPr lang="en-US" sz="1400" b="1" dirty="0" err="1"/>
              <a:t>db</a:t>
            </a:r>
            <a:r>
              <a:rPr lang="en-US" sz="1400" b="1" dirty="0"/>
              <a:t> #</a:t>
            </a:r>
            <a:r>
              <a:rPr lang="en-US" sz="1400" b="1" dirty="0" err="1"/>
              <a:t>konfigurasi</a:t>
            </a:r>
            <a:r>
              <a:rPr lang="en-US" sz="1400" b="1" dirty="0"/>
              <a:t> volume volumes: app-data: </a:t>
            </a:r>
            <a:r>
              <a:rPr lang="en-US" sz="1400" b="1" dirty="0" err="1"/>
              <a:t>db</a:t>
            </a:r>
            <a:r>
              <a:rPr lang="en-US" sz="1400" b="1" dirty="0"/>
              <a:t>-data: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 err="1"/>
              <a:t>Sekarang</a:t>
            </a:r>
            <a:r>
              <a:rPr lang="en-US" sz="1400" b="1" dirty="0"/>
              <a:t> </a:t>
            </a:r>
            <a:r>
              <a:rPr lang="en-US" sz="1400" b="1" dirty="0" err="1"/>
              <a:t>kita</a:t>
            </a:r>
            <a:r>
              <a:rPr lang="en-US" sz="1400" b="1" dirty="0"/>
              <a:t> edit file .</a:t>
            </a:r>
            <a:r>
              <a:rPr lang="en-US" sz="1400" b="1" dirty="0" err="1"/>
              <a:t>env</a:t>
            </a:r>
            <a:r>
              <a:rPr lang="en-US" sz="1400" b="1" dirty="0"/>
              <a:t>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disesuaikan</a:t>
            </a:r>
            <a:r>
              <a:rPr lang="en-US" sz="1400" b="1" dirty="0"/>
              <a:t> </a:t>
            </a:r>
            <a:r>
              <a:rPr lang="en-US" sz="1400" b="1" dirty="0" err="1"/>
              <a:t>arah</a:t>
            </a:r>
            <a:r>
              <a:rPr lang="en-US" sz="1400" b="1" dirty="0"/>
              <a:t> </a:t>
            </a:r>
            <a:r>
              <a:rPr lang="en-US" sz="1400" b="1" dirty="0" err="1"/>
              <a:t>kedatabase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.#vim apps/.</a:t>
            </a:r>
            <a:r>
              <a:rPr lang="en-US" sz="1400" b="1" dirty="0" err="1"/>
              <a:t>env</a:t>
            </a:r>
            <a:r>
              <a:rPr lang="en-US" sz="1400" b="1" dirty="0"/>
              <a:t> ===edit file=== DB_NAME='training' DB_HOST='</a:t>
            </a:r>
            <a:r>
              <a:rPr lang="en-US" sz="1400" b="1" dirty="0" err="1"/>
              <a:t>db</a:t>
            </a:r>
            <a:r>
              <a:rPr lang="en-US" sz="1400" b="1" dirty="0"/>
              <a:t>' DB_USER='</a:t>
            </a:r>
            <a:r>
              <a:rPr lang="en-US" sz="1400" b="1" dirty="0" err="1"/>
              <a:t>peserta</a:t>
            </a:r>
            <a:r>
              <a:rPr lang="en-US" sz="1400" b="1" dirty="0"/>
              <a:t>' DB_PASS='password' APP_PORT='3000' //</a:t>
            </a:r>
            <a:r>
              <a:rPr lang="en-US" sz="1400" b="1" dirty="0" err="1"/>
              <a:t>dengan</a:t>
            </a:r>
            <a:r>
              <a:rPr lang="en-US" sz="1400" b="1" dirty="0"/>
              <a:t> </a:t>
            </a:r>
            <a:r>
              <a:rPr lang="en-US" sz="1400" b="1" dirty="0" err="1"/>
              <a:t>menggunakan</a:t>
            </a:r>
            <a:r>
              <a:rPr lang="en-US" sz="1400" b="1" dirty="0"/>
              <a:t> value </a:t>
            </a:r>
            <a:r>
              <a:rPr lang="en-US" sz="1400" b="1" dirty="0" err="1"/>
              <a:t>db</a:t>
            </a:r>
            <a:r>
              <a:rPr lang="en-US" sz="1400" b="1" dirty="0"/>
              <a:t>, </a:t>
            </a:r>
            <a:r>
              <a:rPr lang="en-US" sz="1400" b="1" dirty="0" err="1"/>
              <a:t>kita</a:t>
            </a:r>
            <a:r>
              <a:rPr lang="en-US" sz="1400" b="1" dirty="0"/>
              <a:t> </a:t>
            </a:r>
            <a:r>
              <a:rPr lang="en-US" sz="1400" b="1" dirty="0" err="1"/>
              <a:t>akan</a:t>
            </a:r>
            <a:r>
              <a:rPr lang="en-US" sz="1400" b="1" dirty="0"/>
              <a:t> </a:t>
            </a:r>
            <a:r>
              <a:rPr lang="en-US" sz="1400" b="1" dirty="0" err="1"/>
              <a:t>mengarahkan</a:t>
            </a:r>
            <a:r>
              <a:rPr lang="en-US" sz="1400" b="1" dirty="0"/>
              <a:t> database </a:t>
            </a:r>
            <a:r>
              <a:rPr lang="en-US" sz="1400" b="1" dirty="0" err="1"/>
              <a:t>ke</a:t>
            </a:r>
            <a:r>
              <a:rPr lang="en-US" sz="1400" b="1" dirty="0"/>
              <a:t> container </a:t>
            </a:r>
            <a:r>
              <a:rPr lang="en-US" sz="1400" b="1" dirty="0" err="1"/>
              <a:t>mariadb</a:t>
            </a:r>
            <a:r>
              <a:rPr lang="en-US" sz="1400" b="1" dirty="0"/>
              <a:t> ===END===</a:t>
            </a:r>
          </a:p>
          <a:p>
            <a:pPr marL="342900" indent="-342900" algn="just" fontAlgn="base">
              <a:buFont typeface="+mj-lt"/>
              <a:buAutoNum type="arabicPeriod" startAt="5"/>
            </a:pPr>
            <a:r>
              <a:rPr lang="en-US" sz="1400" b="1" dirty="0"/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81780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95" y="1534845"/>
            <a:ext cx="5838497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b="1" dirty="0" err="1" smtClean="0">
                <a:solidFill>
                  <a:srgbClr val="002060"/>
                </a:solidFill>
              </a:rPr>
              <a:t>Pengujian</a:t>
            </a:r>
            <a:endParaRPr lang="en-US" b="1" dirty="0" smtClean="0">
              <a:solidFill>
                <a:srgbClr val="002060"/>
              </a:solidFill>
            </a:endParaRPr>
          </a:p>
          <a:p>
            <a:pPr marL="342900" indent="-342900" fontAlgn="base">
              <a:buFont typeface="+mj-lt"/>
              <a:buAutoNum type="arabicPeriod"/>
            </a:pPr>
            <a:endParaRPr lang="en-US" sz="1400" dirty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Setelah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dilakukan</a:t>
            </a:r>
            <a:r>
              <a:rPr lang="en-US" sz="1400" dirty="0"/>
              <a:t>,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composenya</a:t>
            </a:r>
            <a:r>
              <a:rPr lang="en-US" sz="1400" dirty="0"/>
              <a:t>.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dibawah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</a:t>
            </a:r>
            <a:r>
              <a:rPr lang="en-US" sz="1400" dirty="0" err="1"/>
              <a:t>docker</a:t>
            </a:r>
            <a:r>
              <a:rPr lang="en-US" sz="1400" dirty="0"/>
              <a:t> compose.#</a:t>
            </a:r>
            <a:r>
              <a:rPr lang="en-US" sz="1400" dirty="0" err="1"/>
              <a:t>docker</a:t>
            </a:r>
            <a:r>
              <a:rPr lang="en-US" sz="1400" dirty="0"/>
              <a:t>-compose build #</a:t>
            </a:r>
            <a:r>
              <a:rPr lang="en-US" sz="1400" dirty="0" err="1"/>
              <a:t>docker</a:t>
            </a:r>
            <a:r>
              <a:rPr lang="en-US" sz="1400" dirty="0"/>
              <a:t>-compose up -d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</a:t>
            </a:r>
            <a:r>
              <a:rPr lang="en-US" sz="1400" dirty="0" err="1"/>
              <a:t>containernya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dirty="0"/>
              <a:t>.#</a:t>
            </a:r>
            <a:r>
              <a:rPr lang="en-US" sz="1400" dirty="0" err="1"/>
              <a:t>docker</a:t>
            </a:r>
            <a:r>
              <a:rPr lang="en-US" sz="1400" dirty="0"/>
              <a:t> </a:t>
            </a:r>
            <a:r>
              <a:rPr lang="en-US" sz="1400" dirty="0" err="1"/>
              <a:t>ps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#</a:t>
            </a:r>
            <a:r>
              <a:rPr lang="en-US" sz="1400" dirty="0" err="1"/>
              <a:t>docker</a:t>
            </a:r>
            <a:r>
              <a:rPr lang="en-US" sz="1400" dirty="0"/>
              <a:t>-compose </a:t>
            </a:r>
            <a:r>
              <a:rPr lang="en-US" sz="1400" dirty="0" err="1" smtClean="0"/>
              <a:t>ps</a:t>
            </a: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 smtClean="0"/>
          </a:p>
          <a:p>
            <a:pPr marL="342900" indent="-342900" algn="just">
              <a:buFont typeface="+mj-lt"/>
              <a:buAutoNum type="arabicPeriod"/>
            </a:pP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buka</a:t>
            </a:r>
            <a:r>
              <a:rPr lang="en-US" sz="1400" dirty="0"/>
              <a:t> web browser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lihat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simple </a:t>
            </a:r>
            <a:r>
              <a:rPr lang="en-US" sz="1400" dirty="0" err="1"/>
              <a:t>appsnya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jalan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belum</a:t>
            </a:r>
            <a:r>
              <a:rPr lang="en-US" sz="1400" b="1" dirty="0"/>
              <a:t>.</a:t>
            </a:r>
          </a:p>
          <a:p>
            <a:pPr marL="342900" indent="-342900" algn="just">
              <a:buFont typeface="+mj-lt"/>
              <a:buAutoNum type="arabicPeriod" startAt="3"/>
            </a:pPr>
            <a:endParaRPr lang="en-US" sz="1400" b="1" dirty="0" smtClean="0"/>
          </a:p>
          <a:p>
            <a:pPr algn="just"/>
            <a:endParaRPr lang="en-US" sz="1400" b="1" dirty="0"/>
          </a:p>
        </p:txBody>
      </p:sp>
      <p:sp>
        <p:nvSpPr>
          <p:cNvPr id="10" name="Rectangle 9"/>
          <p:cNvSpPr/>
          <p:nvPr/>
        </p:nvSpPr>
        <p:spPr>
          <a:xfrm>
            <a:off x="552669" y="3156642"/>
            <a:ext cx="5622129" cy="160043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: /deploy/simple-apps#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docker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400" dirty="0" err="1" smtClean="0">
                <a:solidFill>
                  <a:schemeClr val="bg1">
                    <a:lumMod val="95000"/>
                  </a:schemeClr>
                </a:solidFill>
              </a:rPr>
              <a:t>ps</a:t>
            </a:r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 smtClean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bg1">
                    <a:lumMod val="95000"/>
                  </a:schemeClr>
                </a:solidFill>
              </a:rPr>
              <a:t>root@panda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: /deploy/simple-apps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</a:rPr>
              <a:t>#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69" y="3532998"/>
            <a:ext cx="5622129" cy="847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23" y="5454175"/>
            <a:ext cx="5591175" cy="10096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4798" y="519182"/>
            <a:ext cx="583849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fontAlgn="base">
              <a:buFont typeface="+mj-lt"/>
              <a:buAutoNum type="arabicPeriod" startAt="4"/>
            </a:pPr>
            <a:r>
              <a:rPr lang="en-US" sz="1400" dirty="0" err="1"/>
              <a:t>Kemudian</a:t>
            </a:r>
            <a:r>
              <a:rPr lang="en-US" sz="1400" dirty="0"/>
              <a:t>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ubah</a:t>
            </a:r>
            <a:r>
              <a:rPr lang="en-US" sz="1400" dirty="0"/>
              <a:t> </a:t>
            </a:r>
            <a:r>
              <a:rPr lang="en-US" sz="1400" dirty="0" err="1"/>
              <a:t>pathnya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/users.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berhasil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menampilkan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bentuk</a:t>
            </a:r>
            <a:r>
              <a:rPr lang="en-US" sz="1400" dirty="0"/>
              <a:t> raw. </a:t>
            </a:r>
            <a:r>
              <a:rPr lang="en-US" sz="1400" dirty="0" err="1"/>
              <a:t>Disini</a:t>
            </a:r>
            <a:r>
              <a:rPr lang="en-US" sz="1400" dirty="0"/>
              <a:t> </a:t>
            </a:r>
            <a:r>
              <a:rPr lang="en-US" sz="1400" dirty="0" err="1"/>
              <a:t>karena</a:t>
            </a:r>
            <a:r>
              <a:rPr lang="en-US" sz="1400" dirty="0"/>
              <a:t> </a:t>
            </a:r>
            <a:r>
              <a:rPr lang="en-US" sz="1400" dirty="0" err="1"/>
              <a:t>saya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browser </a:t>
            </a:r>
            <a:r>
              <a:rPr lang="en-US" sz="1400" dirty="0" err="1"/>
              <a:t>firefox</a:t>
            </a:r>
            <a:r>
              <a:rPr lang="en-US" sz="1400" dirty="0"/>
              <a:t> </a:t>
            </a:r>
            <a:r>
              <a:rPr lang="en-US" sz="1400" dirty="0" err="1"/>
              <a:t>jadi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ditampilkan</a:t>
            </a:r>
            <a:r>
              <a:rPr lang="en-US" sz="1400" dirty="0"/>
              <a:t>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bentu</a:t>
            </a:r>
            <a:r>
              <a:rPr lang="en-US" sz="1400" dirty="0"/>
              <a:t> raw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json</a:t>
            </a:r>
            <a:r>
              <a:rPr lang="en-US" sz="1400" dirty="0"/>
              <a:t>.</a:t>
            </a:r>
            <a:endParaRPr lang="en-US" sz="1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236" y="1421219"/>
            <a:ext cx="5375060" cy="128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0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667" y="2786591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rgbClr val="002060"/>
                </a:solidFill>
              </a:rPr>
              <a:t>Docker </a:t>
            </a:r>
            <a:r>
              <a:rPr lang="en-US" u="sng" dirty="0" smtClean="0">
                <a:solidFill>
                  <a:srgbClr val="0070C0"/>
                </a:solidFill>
              </a:rPr>
              <a:t>Containers </a:t>
            </a:r>
            <a:r>
              <a:rPr lang="en-US" u="sng" dirty="0">
                <a:solidFill>
                  <a:srgbClr val="0070C0"/>
                </a:solidFill>
              </a:rPr>
              <a:t>For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30019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3276" y="519182"/>
            <a:ext cx="1888068" cy="1116355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1696"/>
            <a:ext cx="2363980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0" dirty="0">
                <a:solidFill>
                  <a:srgbClr val="FFC000"/>
                </a:solidFill>
              </a:rPr>
              <a:t>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676" y="1499237"/>
            <a:ext cx="5228896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solidFill>
                  <a:srgbClr val="002060"/>
                </a:solidFill>
              </a:rPr>
              <a:t>OpenMAP-T1</a:t>
            </a:r>
          </a:p>
          <a:p>
            <a:pPr algn="just"/>
            <a:endParaRPr lang="en-US" sz="2400" b="1" dirty="0">
              <a:solidFill>
                <a:srgbClr val="002060"/>
              </a:solidFill>
            </a:endParaRPr>
          </a:p>
          <a:p>
            <a:pPr algn="just"/>
            <a:r>
              <a:rPr lang="en-US" sz="1400" b="1" dirty="0"/>
              <a:t>OpenMAP-T1: A Rapid Deep-Learning Approach to </a:t>
            </a:r>
            <a:r>
              <a:rPr lang="en-US" sz="1400" b="1" dirty="0" err="1"/>
              <a:t>Parcellate</a:t>
            </a:r>
            <a:r>
              <a:rPr lang="en-US" sz="1400" b="1" dirty="0"/>
              <a:t> 280 Anatomical Regions to Cover the Whole Brain</a:t>
            </a:r>
          </a:p>
          <a:p>
            <a:pPr algn="just"/>
            <a:r>
              <a:rPr lang="en-US" sz="1400" b="1" dirty="0"/>
              <a:t>Author: Kei </a:t>
            </a:r>
            <a:r>
              <a:rPr lang="en-US" sz="1400" b="1" dirty="0" err="1"/>
              <a:t>Nishimaki</a:t>
            </a:r>
            <a:r>
              <a:rPr lang="en-US" sz="1400" b="1" dirty="0"/>
              <a:t>, </a:t>
            </a:r>
            <a:r>
              <a:rPr lang="en-US" sz="1400" b="1" dirty="0" err="1"/>
              <a:t>Kengo</a:t>
            </a:r>
            <a:r>
              <a:rPr lang="en-US" sz="1400" b="1" dirty="0"/>
              <a:t> </a:t>
            </a:r>
            <a:r>
              <a:rPr lang="en-US" sz="1400" b="1" dirty="0" err="1"/>
              <a:t>Onda</a:t>
            </a:r>
            <a:r>
              <a:rPr lang="en-US" sz="1400" b="1" dirty="0"/>
              <a:t>, </a:t>
            </a:r>
            <a:r>
              <a:rPr lang="en-US" sz="1400" b="1" dirty="0" err="1"/>
              <a:t>Kumpei</a:t>
            </a:r>
            <a:r>
              <a:rPr lang="en-US" sz="1400" b="1" dirty="0"/>
              <a:t> Ikuta, Jill </a:t>
            </a:r>
            <a:r>
              <a:rPr lang="en-US" sz="1400" b="1" dirty="0" err="1"/>
              <a:t>Chotiyanonta</a:t>
            </a:r>
            <a:r>
              <a:rPr lang="en-US" sz="1400" b="1" dirty="0"/>
              <a:t>, </a:t>
            </a:r>
            <a:r>
              <a:rPr lang="en-US" sz="1400" b="1" dirty="0" err="1"/>
              <a:t>Yuto</a:t>
            </a:r>
            <a:r>
              <a:rPr lang="en-US" sz="1400" b="1" dirty="0"/>
              <a:t> Uchida, Susumu Mori, Hitoshi </a:t>
            </a:r>
            <a:r>
              <a:rPr lang="en-US" sz="1400" b="1" dirty="0" err="1"/>
              <a:t>Iyatomi</a:t>
            </a:r>
            <a:r>
              <a:rPr lang="en-US" sz="1400" b="1" dirty="0"/>
              <a:t>, Kenichi </a:t>
            </a:r>
            <a:r>
              <a:rPr lang="en-US" sz="1400" b="1" dirty="0" err="1"/>
              <a:t>Oishi</a:t>
            </a:r>
            <a:endParaRPr lang="en-US" sz="1400" b="1" dirty="0" smtClean="0"/>
          </a:p>
        </p:txBody>
      </p:sp>
      <p:sp>
        <p:nvSpPr>
          <p:cNvPr id="10" name="Rectangle 9"/>
          <p:cNvSpPr/>
          <p:nvPr/>
        </p:nvSpPr>
        <p:spPr>
          <a:xfrm>
            <a:off x="5649310" y="395650"/>
            <a:ext cx="623789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err="1" smtClean="0">
                <a:solidFill>
                  <a:srgbClr val="002060"/>
                </a:solidFill>
              </a:rPr>
              <a:t>Instalasi</a:t>
            </a:r>
            <a:endParaRPr lang="en-US" sz="2400" b="1" dirty="0" smtClean="0">
              <a:solidFill>
                <a:srgbClr val="002060"/>
              </a:solidFill>
            </a:endParaRP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Lakukan</a:t>
            </a:r>
            <a:r>
              <a:rPr lang="en-US" dirty="0"/>
              <a:t> update </a:t>
            </a:r>
            <a:r>
              <a:rPr lang="en-US" dirty="0" err="1"/>
              <a:t>pada</a:t>
            </a:r>
            <a:r>
              <a:rPr lang="en-US" dirty="0"/>
              <a:t> server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instal</a:t>
            </a:r>
            <a:r>
              <a:rPr lang="en-US" dirty="0"/>
              <a:t> package docker.</a:t>
            </a:r>
            <a:r>
              <a:rPr lang="en-US" dirty="0" err="1"/>
              <a:t>io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update -y &amp;&amp; </a:t>
            </a:r>
            <a:r>
              <a:rPr lang="en-US" dirty="0" err="1"/>
              <a:t>sudo</a:t>
            </a:r>
            <a:r>
              <a:rPr lang="en-US" dirty="0"/>
              <a:t> apt install docker.io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package virtual environment python3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uji</a:t>
            </a:r>
            <a:r>
              <a:rPr lang="en-US" dirty="0"/>
              <a:t> </a:t>
            </a:r>
            <a:r>
              <a:rPr lang="en-US" dirty="0" err="1"/>
              <a:t>coba</a:t>
            </a:r>
            <a:r>
              <a:rPr lang="en-US" dirty="0"/>
              <a:t> </a:t>
            </a:r>
            <a:r>
              <a:rPr lang="en-US" dirty="0" err="1"/>
              <a:t>menjalankan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webnya</a:t>
            </a:r>
            <a:r>
              <a:rPr lang="en-US" dirty="0"/>
              <a:t>.$</a:t>
            </a:r>
            <a:r>
              <a:rPr lang="en-US" dirty="0" err="1"/>
              <a:t>sudo</a:t>
            </a:r>
            <a:r>
              <a:rPr lang="en-US" dirty="0"/>
              <a:t> apt install python3.8-venv -y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/>
              <a:t>p</a:t>
            </a:r>
          </a:p>
          <a:p>
            <a:pPr algn="just"/>
            <a:endParaRPr lang="en-US" sz="2400" b="1" dirty="0" smtClean="0">
              <a:solidFill>
                <a:srgbClr val="00206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5" y="3613886"/>
            <a:ext cx="5374215" cy="283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359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3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2143</TotalTime>
  <Words>2553</Words>
  <Application>Microsoft Office PowerPoint</Application>
  <PresentationFormat>Widescreen</PresentationFormat>
  <Paragraphs>296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Malgun Gothic</vt:lpstr>
      <vt:lpstr>Arial</vt:lpstr>
      <vt:lpstr>Calibri</vt:lpstr>
      <vt:lpstr>Calibri Light</vt:lpstr>
      <vt:lpstr>Wingdings</vt:lpstr>
      <vt:lpstr>Office Theme</vt:lpstr>
      <vt:lpstr>PowerPoint Presentation</vt:lpstr>
      <vt:lpstr>Docker Simple-apps</vt:lpstr>
      <vt:lpstr>Docker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Image</vt:lpstr>
      <vt:lpstr>Docker Containers For Deep Learning</vt:lpstr>
      <vt:lpstr>Image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 a Docker on Ubuntu 20.04</dc:title>
  <dc:creator>pds</dc:creator>
  <cp:lastModifiedBy>Gde</cp:lastModifiedBy>
  <cp:revision>103</cp:revision>
  <dcterms:created xsi:type="dcterms:W3CDTF">2024-09-24T03:49:55Z</dcterms:created>
  <dcterms:modified xsi:type="dcterms:W3CDTF">2025-09-09T03:05:36Z</dcterms:modified>
</cp:coreProperties>
</file>