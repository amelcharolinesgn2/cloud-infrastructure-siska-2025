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8" r:id="rId4"/>
    <p:sldId id="259" r:id="rId5"/>
    <p:sldId id="260" r:id="rId6"/>
    <p:sldId id="25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9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1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1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4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9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5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6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23941-4A6B-4453-82B1-DA44CF3113B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FE4A2-BDC3-4918-8F98-48450F45D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3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679791" y="6465021"/>
            <a:ext cx="45719" cy="45719"/>
          </a:xfrm>
        </p:spPr>
        <p:txBody>
          <a:bodyPr>
            <a:no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00906"/>
            <a:ext cx="9144000" cy="1942317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894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070" y="1825625"/>
            <a:ext cx="59378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9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the set of services offered through the internet.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2" y="2430714"/>
            <a:ext cx="9350062" cy="374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0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Service Model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21" y="1289424"/>
            <a:ext cx="10740979" cy="532542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224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1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models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15" y="1825625"/>
            <a:ext cx="6737044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4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OpenStack?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OpenStack</a:t>
            </a:r>
            <a:r>
              <a:rPr lang="en-US" dirty="0"/>
              <a:t> is a free and open-source software platform for cloud computing, mostly deployed as </a:t>
            </a:r>
            <a:r>
              <a:rPr lang="en-US" dirty="0" smtClean="0"/>
              <a:t>an </a:t>
            </a:r>
            <a:r>
              <a:rPr lang="en-US" b="1" dirty="0" smtClean="0">
                <a:solidFill>
                  <a:srgbClr val="FF0000"/>
                </a:solidFill>
              </a:rPr>
              <a:t>infrastructure-as-a-service</a:t>
            </a:r>
            <a:r>
              <a:rPr lang="en-US" dirty="0">
                <a:solidFill>
                  <a:srgbClr val="FF0000"/>
                </a:solidFill>
              </a:rPr>
              <a:t> (</a:t>
            </a:r>
            <a:r>
              <a:rPr lang="en-US" b="1" dirty="0">
                <a:solidFill>
                  <a:srgbClr val="FF0000"/>
                </a:solidFill>
              </a:rPr>
              <a:t>IaaS</a:t>
            </a:r>
            <a:r>
              <a:rPr lang="en-US" dirty="0">
                <a:solidFill>
                  <a:srgbClr val="FF0000"/>
                </a:solidFill>
              </a:rPr>
              <a:t>). </a:t>
            </a:r>
            <a:r>
              <a:rPr lang="en-US" dirty="0"/>
              <a:t>The software platform consists of interrelated components that control diverse, multi-vendor hardware pools of processing, storage, and networking resources throughout a data center.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0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579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094704"/>
            <a:ext cx="10327783" cy="519018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315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8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OpenStack Networking (neutron)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58848" cy="4351338"/>
          </a:xfrm>
        </p:spPr>
        <p:txBody>
          <a:bodyPr/>
          <a:lstStyle/>
          <a:p>
            <a:r>
              <a:rPr lang="en-US" dirty="0" smtClean="0"/>
              <a:t>handles creation and management of a virtual networking infrastructure</a:t>
            </a:r>
          </a:p>
          <a:p>
            <a:endParaRPr lang="en-US" dirty="0" smtClean="0"/>
          </a:p>
          <a:p>
            <a:r>
              <a:rPr lang="en-US" dirty="0" smtClean="0"/>
              <a:t>provides cloud administrators with flexibility to decide which individual services to run on which physical systems</a:t>
            </a:r>
          </a:p>
          <a:p>
            <a:endParaRPr lang="en-US" dirty="0" smtClean="0"/>
          </a:p>
          <a:p>
            <a:r>
              <a:rPr lang="en-US" dirty="0" smtClean="0"/>
              <a:t>All service daemons can be run on a single physical host for evaluation purposes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941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2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Block Storage (cinder)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persistent block storage management for virtual hard drives</a:t>
            </a:r>
          </a:p>
          <a:p>
            <a:endParaRPr lang="en-US" dirty="0" smtClean="0"/>
          </a:p>
          <a:p>
            <a:r>
              <a:rPr lang="en-US" dirty="0" smtClean="0"/>
              <a:t>Block Storage enables the user to create and delete block devices, and to manage attachment of block devices to servers.</a:t>
            </a:r>
          </a:p>
          <a:p>
            <a:endParaRPr lang="en-US" dirty="0" smtClean="0"/>
          </a:p>
          <a:p>
            <a:r>
              <a:rPr lang="en-US" dirty="0" smtClean="0"/>
              <a:t>OpenStack Block Storage advantages include: </a:t>
            </a:r>
          </a:p>
          <a:p>
            <a:pPr lvl="1"/>
            <a:r>
              <a:rPr lang="en-US" dirty="0" smtClean="0"/>
              <a:t>Creating, listing and deleting volumes and snapshots. </a:t>
            </a:r>
          </a:p>
          <a:p>
            <a:pPr lvl="1"/>
            <a:r>
              <a:rPr lang="en-US" dirty="0" smtClean="0"/>
              <a:t>Attaching and detaching volumes to running virtual machines.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183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5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Object Storage (swift)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provides an HTTP-accessible storage system for large amounts of data, including static entities such as videos, images, email messages, files, or VM images.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distributed architecture supports horizontal scaling as well as failover redundancy with software-based data replication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62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8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Database-as-a-Service (trove)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allows users to select, provision, and operate a variety of relational and non-relational databases and handles more complex database administration tasks out-of-the-box. </a:t>
            </a:r>
          </a:p>
          <a:p>
            <a:endParaRPr lang="en-US" dirty="0" smtClean="0"/>
          </a:p>
          <a:p>
            <a:r>
              <a:rPr lang="en-US" dirty="0" smtClean="0"/>
              <a:t>Users and database administrators can provision and manage multiple database instances in the cloud. </a:t>
            </a:r>
          </a:p>
          <a:p>
            <a:endParaRPr lang="en-US" dirty="0" smtClean="0"/>
          </a:p>
          <a:p>
            <a:r>
              <a:rPr lang="en-US" dirty="0" smtClean="0"/>
              <a:t>High-performance resource isolation while automating complex administrative tasks such as deployment, configuration, patching, backup, restore, and monitoring.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224" y="3033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7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OpenStack Compute (nova)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serves as the core of the OpenStack cloud by providing virtual machines on demand.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Compute schedules virtual machines to run on a set of nodes by defining drivers that interact with underlying virtualization mechanisms, and by exposing the functionality to the other OpenStack components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3033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8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Bare Metal Provisioning (ironic)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enables the user to provision physical, or bare metal machines, for a variety of hardware vendors with hardware-specific drivers.</a:t>
            </a:r>
          </a:p>
          <a:p>
            <a:endParaRPr lang="en-US" dirty="0"/>
          </a:p>
          <a:p>
            <a:r>
              <a:rPr lang="en-US" dirty="0" smtClean="0"/>
              <a:t>Bare Metal Provisioning uses the Compute service for scheduling and quota management, and uses the Identity service for authentication.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Image (glance)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OpenStack Image acts as a registry for virtual disk images.</a:t>
            </a:r>
          </a:p>
          <a:p>
            <a:endParaRPr lang="en-US" dirty="0" smtClean="0"/>
          </a:p>
          <a:p>
            <a:r>
              <a:rPr lang="en-US" dirty="0" smtClean="0"/>
              <a:t> Users can add new images or take a snapshot of an existing server for immediate storage. </a:t>
            </a:r>
          </a:p>
          <a:p>
            <a:endParaRPr lang="en-US" dirty="0"/>
          </a:p>
          <a:p>
            <a:r>
              <a:rPr lang="en-US" dirty="0" smtClean="0"/>
              <a:t>You can use the snapshots for backup or as templates for new servers.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3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Orchestration (heat)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3797"/>
            <a:ext cx="10515600" cy="510801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OpenStack Data Processing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1" y="1421840"/>
            <a:ext cx="9929611" cy="483239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/>
              <a:t>OpenStack is an early project but it is fully open source and based on open cloud </a:t>
            </a:r>
            <a:r>
              <a:rPr lang="en-US" dirty="0" smtClean="0"/>
              <a:t>standards.</a:t>
            </a:r>
          </a:p>
          <a:p>
            <a:endParaRPr lang="en-US" dirty="0" smtClean="0"/>
          </a:p>
          <a:p>
            <a:r>
              <a:rPr lang="en-US" dirty="0" smtClean="0"/>
              <a:t>Hundreds </a:t>
            </a:r>
            <a:r>
              <a:rPr lang="en-US" dirty="0"/>
              <a:t>of the world’s largest brands rely on </a:t>
            </a:r>
            <a:r>
              <a:rPr lang="en-US" dirty="0" smtClean="0"/>
              <a:t>OpenStack</a:t>
            </a:r>
          </a:p>
          <a:p>
            <a:endParaRPr lang="en-US" dirty="0" smtClean="0"/>
          </a:p>
          <a:p>
            <a:r>
              <a:rPr lang="en-US" dirty="0"/>
              <a:t> reducing costs </a:t>
            </a:r>
            <a:r>
              <a:rPr lang="en-US" dirty="0" smtClean="0"/>
              <a:t>and </a:t>
            </a:r>
            <a:r>
              <a:rPr lang="en-US" dirty="0"/>
              <a:t>helping them move </a:t>
            </a:r>
            <a:r>
              <a:rPr lang="en-US" dirty="0" smtClean="0"/>
              <a:t>faster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OpenStack has a strong </a:t>
            </a:r>
            <a:r>
              <a:rPr lang="en-US" dirty="0" smtClean="0"/>
              <a:t>ecosystem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848" y="0"/>
            <a:ext cx="1995152" cy="19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8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Demo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423</Words>
  <Application>Microsoft Office PowerPoint</Application>
  <PresentationFormat>Widescreen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What is cloud computing?</vt:lpstr>
      <vt:lpstr>Cloud Service Model</vt:lpstr>
      <vt:lpstr>Cloud Deployment models</vt:lpstr>
      <vt:lpstr>What is OpenStack?</vt:lpstr>
      <vt:lpstr>Components </vt:lpstr>
      <vt:lpstr> OpenStack Networking (neutron)</vt:lpstr>
      <vt:lpstr>OpenStack Block Storage (cinder)</vt:lpstr>
      <vt:lpstr>OpenStack Object Storage (swift) </vt:lpstr>
      <vt:lpstr>OpenStack Database-as-a-Service (trove) </vt:lpstr>
      <vt:lpstr>OpenStack Compute (nova)</vt:lpstr>
      <vt:lpstr>OpenStack Bare Metal Provisioning (ironic) </vt:lpstr>
      <vt:lpstr>OpenStack Image (glance)</vt:lpstr>
      <vt:lpstr>OpenStack Orchestration (heat) </vt:lpstr>
      <vt:lpstr>OpenStack Data Processing (sahara)</vt:lpstr>
      <vt:lpstr>CONCLUSION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PDS</cp:lastModifiedBy>
  <cp:revision>14</cp:revision>
  <dcterms:created xsi:type="dcterms:W3CDTF">2017-02-21T17:33:11Z</dcterms:created>
  <dcterms:modified xsi:type="dcterms:W3CDTF">2026-10-05T02:54:16Z</dcterms:modified>
</cp:coreProperties>
</file>