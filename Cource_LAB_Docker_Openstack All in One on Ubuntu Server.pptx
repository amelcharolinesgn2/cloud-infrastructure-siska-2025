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9" r:id="rId1"/>
  </p:sldMasterIdLst>
  <p:notesMasterIdLst>
    <p:notesMasterId r:id="rId8"/>
  </p:notesMasterIdLst>
  <p:sldIdLst>
    <p:sldId id="348" r:id="rId2"/>
    <p:sldId id="394" r:id="rId3"/>
    <p:sldId id="420" r:id="rId4"/>
    <p:sldId id="419" r:id="rId5"/>
    <p:sldId id="421" r:id="rId6"/>
    <p:sldId id="350" r:id="rId7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eal Mueller" initials="" lastIdx="9" clrIdx="0"/>
  <p:cmAuthor id="1" name="Chuck Erickson" initials="" lastIdx="6" clrIdx="1"/>
  <p:cmAuthor id="2" name="Adam Glick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7"/>
    <p:restoredTop sz="58270" autoAdjust="0"/>
  </p:normalViewPr>
  <p:slideViewPr>
    <p:cSldViewPr snapToGrid="0" snapToObjects="1">
      <p:cViewPr varScale="1">
        <p:scale>
          <a:sx n="74" d="100"/>
          <a:sy n="74" d="100"/>
        </p:scale>
        <p:origin x="112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970937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407181" y="696912"/>
            <a:ext cx="6195899" cy="34862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141182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https://github.com/mikeroyal/Google-Cloud-Guide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13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https://www.youtube.com/watch?v=7GHCN6PjnXw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8972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https://k21academy.com/amazon-web-services/aws-for-testers-and-qa/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739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5498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96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5239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8396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0674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4211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7320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132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0823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4920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3086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4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LinQ-vprP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7GHCN6PjnXw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1928066" y="2722292"/>
            <a:ext cx="6768461" cy="39080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err="1" smtClean="0"/>
              <a:t>Docker_Openstack</a:t>
            </a:r>
            <a:r>
              <a:rPr lang="en-US" sz="3200" dirty="0" smtClean="0"/>
              <a:t> </a:t>
            </a:r>
            <a:r>
              <a:rPr lang="en-US" sz="3200" dirty="0"/>
              <a:t>All in One on Ubuntu </a:t>
            </a:r>
            <a:r>
              <a:rPr lang="en-US" sz="3200" dirty="0" smtClean="0"/>
              <a:t>Server</a:t>
            </a:r>
            <a:endParaRPr lang="en-US" sz="320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1928067" y="3546558"/>
            <a:ext cx="6425543" cy="503071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300" dirty="0">
                <a:solidFill>
                  <a:srgbClr val="0070C0"/>
                </a:solidFill>
              </a:rPr>
              <a:t>.</a:t>
            </a:r>
            <a:endParaRPr lang="en-US" sz="3300" b="1" dirty="0"/>
          </a:p>
        </p:txBody>
      </p:sp>
      <p:sp>
        <p:nvSpPr>
          <p:cNvPr id="24" name="Rectangle 23"/>
          <p:cNvSpPr/>
          <p:nvPr/>
        </p:nvSpPr>
        <p:spPr>
          <a:xfrm>
            <a:off x="6743664" y="4720392"/>
            <a:ext cx="2218246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" dirty="0"/>
              <a:t>https</a:t>
            </a:r>
            <a:r>
              <a:rPr lang="en-US" sz="500" dirty="0" smtClean="0"/>
              <a:t>://github.com/amelcharolinesgn2/IoT_simulator-mqtt-NodeRed</a:t>
            </a:r>
            <a:endParaRPr lang="en-US" sz="500" dirty="0"/>
          </a:p>
        </p:txBody>
      </p:sp>
      <p:sp>
        <p:nvSpPr>
          <p:cNvPr id="33" name="Rectangle 32"/>
          <p:cNvSpPr/>
          <p:nvPr/>
        </p:nvSpPr>
        <p:spPr>
          <a:xfrm>
            <a:off x="7410247" y="4085478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22818" y="4023178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59515" y="4157077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93417" y="4221103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10247" y="4272046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38" name="Rectangle 37"/>
          <p:cNvSpPr/>
          <p:nvPr/>
        </p:nvSpPr>
        <p:spPr>
          <a:xfrm>
            <a:off x="7410247" y="4333726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39" name="Rectangle 38"/>
          <p:cNvSpPr/>
          <p:nvPr/>
        </p:nvSpPr>
        <p:spPr>
          <a:xfrm>
            <a:off x="7411369" y="4589614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11369" y="4647771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github.com/amelcharolinesgn2/OpenStack</a:t>
            </a:r>
            <a:endParaRPr lang="en-US" sz="378" dirty="0"/>
          </a:p>
        </p:txBody>
      </p:sp>
      <p:sp>
        <p:nvSpPr>
          <p:cNvPr id="41" name="Rectangle 40"/>
          <p:cNvSpPr/>
          <p:nvPr/>
        </p:nvSpPr>
        <p:spPr>
          <a:xfrm>
            <a:off x="7410808" y="4531085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github.com/amelcharolinesgn2/CloudSim</a:t>
            </a:r>
            <a:endParaRPr lang="en-US" sz="378" dirty="0"/>
          </a:p>
        </p:txBody>
      </p:sp>
      <p:sp>
        <p:nvSpPr>
          <p:cNvPr id="42" name="Rectangle 41"/>
          <p:cNvSpPr/>
          <p:nvPr/>
        </p:nvSpPr>
        <p:spPr>
          <a:xfrm>
            <a:off x="7409686" y="4393836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43" name="Rectangle 42"/>
          <p:cNvSpPr/>
          <p:nvPr/>
        </p:nvSpPr>
        <p:spPr>
          <a:xfrm>
            <a:off x="7409686" y="4442770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44" name="Rectangle 43"/>
          <p:cNvSpPr/>
          <p:nvPr/>
        </p:nvSpPr>
        <p:spPr>
          <a:xfrm>
            <a:off x="7293005" y="4490511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</p:spTree>
    <p:extLst>
      <p:ext uri="{BB962C8B-B14F-4D97-AF65-F5344CB8AC3E}">
        <p14:creationId xmlns:p14="http://schemas.microsoft.com/office/powerpoint/2010/main" val="286422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44928" y="1157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https://www.youtube.com/watch?v=7GHCN6PjnXw</a:t>
            </a:r>
          </a:p>
        </p:txBody>
      </p:sp>
    </p:spTree>
    <p:extLst>
      <p:ext uri="{BB962C8B-B14F-4D97-AF65-F5344CB8AC3E}">
        <p14:creationId xmlns:p14="http://schemas.microsoft.com/office/powerpoint/2010/main" val="31675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8650" y="169443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Costumized</a:t>
            </a:r>
            <a:r>
              <a:rPr lang="en-US" dirty="0" smtClean="0"/>
              <a:t> DevOps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45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18" y="869209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**</a:t>
            </a:r>
            <a:r>
              <a:rPr lang="en-US" sz="1200" b="1" dirty="0" err="1"/>
              <a:t>ComputingStack</a:t>
            </a:r>
            <a:r>
              <a:rPr lang="en-US" sz="1200" b="1" dirty="0"/>
              <a:t> </a:t>
            </a:r>
            <a:r>
              <a:rPr lang="en-US" sz="1200" b="1" dirty="0" err="1"/>
              <a:t>Uniview</a:t>
            </a:r>
            <a:r>
              <a:rPr lang="en-US" sz="1200" b="1" dirty="0"/>
              <a:t> OpenStack Portal install with </a:t>
            </a:r>
            <a:r>
              <a:rPr lang="en-US" sz="1200" b="1" dirty="0" err="1"/>
              <a:t>docker</a:t>
            </a:r>
            <a:r>
              <a:rPr lang="en-US" sz="1200" b="1" dirty="0"/>
              <a:t> </a:t>
            </a:r>
            <a:r>
              <a:rPr lang="en-US" sz="1200" b="1" dirty="0" smtClean="0"/>
              <a:t>compose</a:t>
            </a:r>
            <a:br>
              <a:rPr lang="en-US" sz="1200" b="1" dirty="0" smtClean="0"/>
            </a:br>
            <a:r>
              <a:rPr lang="en-US" sz="1200" b="1" dirty="0" smtClean="0">
                <a:hlinkClick r:id="rId3"/>
              </a:rPr>
              <a:t>https</a:t>
            </a:r>
            <a:r>
              <a:rPr lang="en-US" sz="1200" b="1" dirty="0">
                <a:hlinkClick r:id="rId3"/>
              </a:rPr>
              <a:t>://</a:t>
            </a:r>
            <a:r>
              <a:rPr lang="en-US" sz="1200" b="1" dirty="0" smtClean="0">
                <a:hlinkClick r:id="rId3"/>
              </a:rPr>
              <a:t>www.youtube.com/watch?v=KLinQ-vprPk</a:t>
            </a:r>
            <a:r>
              <a:rPr lang="en-US" sz="1200" b="1" dirty="0" smtClean="0"/>
              <a:t/>
            </a:r>
            <a:br>
              <a:rPr lang="en-US" sz="1200" b="1" dirty="0" smtClean="0"/>
            </a:b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>
                <a:hlinkClick r:id="rId4"/>
              </a:rPr>
              <a:t>https://</a:t>
            </a:r>
            <a:r>
              <a:rPr lang="en-US" sz="1200" dirty="0" smtClean="0">
                <a:hlinkClick r:id="rId4"/>
              </a:rPr>
              <a:t>www.youtube.com/watch?v=7GHCN6PjnXw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b="1" dirty="0" err="1" smtClean="0"/>
              <a:t>Openstack</a:t>
            </a:r>
            <a:r>
              <a:rPr lang="en-US" sz="1200" b="1" dirty="0" smtClean="0"/>
              <a:t> </a:t>
            </a:r>
            <a:r>
              <a:rPr lang="en-US" sz="1200" b="1" dirty="0"/>
              <a:t>with </a:t>
            </a:r>
            <a:r>
              <a:rPr lang="en-US" sz="1200" b="1" dirty="0" err="1"/>
              <a:t>docker</a:t>
            </a:r>
            <a:r>
              <a:rPr lang="en-US" sz="1200" b="1" dirty="0"/>
              <a:t> and </a:t>
            </a:r>
            <a:r>
              <a:rPr lang="en-US" sz="1200" b="1" dirty="0" err="1"/>
              <a:t>midonet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666892" y="154745"/>
            <a:ext cx="1364566" cy="407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Openstack</a:t>
            </a:r>
            <a:r>
              <a:rPr lang="en-US" sz="1200" b="1" dirty="0">
                <a:solidFill>
                  <a:srgbClr val="0070C0"/>
                </a:solidFill>
              </a:rPr>
              <a:t> Koala </a:t>
            </a:r>
            <a:r>
              <a:rPr lang="en-US" sz="1200" b="1" dirty="0" err="1">
                <a:solidFill>
                  <a:srgbClr val="0070C0"/>
                </a:solidFill>
              </a:rPr>
              <a:t>Kolla</a:t>
            </a:r>
            <a:r>
              <a:rPr lang="en-US" sz="1200" b="1" dirty="0">
                <a:solidFill>
                  <a:srgbClr val="0070C0"/>
                </a:solidFill>
              </a:rPr>
              <a:t>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8214" y="2169882"/>
            <a:ext cx="83275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ComputingStack</a:t>
            </a:r>
            <a:r>
              <a:rPr lang="en-US" dirty="0"/>
              <a:t> </a:t>
            </a:r>
            <a:r>
              <a:rPr lang="en-US" dirty="0" err="1"/>
              <a:t>Uniview</a:t>
            </a:r>
            <a:r>
              <a:rPr lang="en-US" dirty="0"/>
              <a:t> OpenStack Portal install with </a:t>
            </a:r>
            <a:r>
              <a:rPr lang="en-US" dirty="0" err="1"/>
              <a:t>docker</a:t>
            </a:r>
            <a:r>
              <a:rPr lang="en-US" dirty="0"/>
              <a:t> compose</a:t>
            </a:r>
          </a:p>
          <a:p>
            <a:r>
              <a:rPr lang="en-US" dirty="0"/>
              <a:t>https://www.youtube.com/watch?v=KLinQ-vprPk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224858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https://www.skylabteam.com/fusionflow-for-serviceproviders</a:t>
            </a:r>
          </a:p>
        </p:txBody>
      </p:sp>
    </p:spTree>
    <p:extLst>
      <p:ext uri="{BB962C8B-B14F-4D97-AF65-F5344CB8AC3E}">
        <p14:creationId xmlns:p14="http://schemas.microsoft.com/office/powerpoint/2010/main" val="261063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528" y="952746"/>
            <a:ext cx="3695924" cy="99417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skylab</a:t>
            </a:r>
            <a:r>
              <a:rPr lang="en-US" dirty="0"/>
              <a:t> </a:t>
            </a:r>
            <a:r>
              <a:rPr lang="en-US" dirty="0" err="1"/>
              <a:t>fusionflow</a:t>
            </a:r>
            <a:r>
              <a:rPr lang="en-US" dirty="0"/>
              <a:t>: cloud service </a:t>
            </a:r>
            <a:r>
              <a:rPr lang="en-US" dirty="0" smtClean="0"/>
              <a:t>platform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https</a:t>
            </a:r>
            <a:r>
              <a:rPr lang="en-US" dirty="0"/>
              <a:t>://www.skylabteam.com/fusionflow-for-serviceproviders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819426" y="948061"/>
            <a:ext cx="3695924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GPU AAS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937760" y="2846688"/>
            <a:ext cx="3695924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1. </a:t>
            </a:r>
            <a:r>
              <a:rPr lang="en-US" dirty="0" err="1" smtClean="0"/>
              <a:t>skylab</a:t>
            </a:r>
            <a:r>
              <a:rPr lang="en-US" dirty="0" smtClean="0"/>
              <a:t> </a:t>
            </a:r>
            <a:r>
              <a:rPr lang="en-US" dirty="0" err="1"/>
              <a:t>fusionflow</a:t>
            </a:r>
            <a:r>
              <a:rPr lang="en-US" dirty="0"/>
              <a:t>: cloud service platform </a:t>
            </a:r>
            <a:endParaRPr lang="en-US" dirty="0" smtClean="0"/>
          </a:p>
          <a:p>
            <a:r>
              <a:rPr lang="en-US" dirty="0" smtClean="0"/>
              <a:t>2. GPU </a:t>
            </a:r>
            <a:r>
              <a:rPr lang="en-US" dirty="0"/>
              <a:t>AAS</a:t>
            </a:r>
          </a:p>
        </p:txBody>
      </p:sp>
    </p:spTree>
    <p:extLst>
      <p:ext uri="{BB962C8B-B14F-4D97-AF65-F5344CB8AC3E}">
        <p14:creationId xmlns:p14="http://schemas.microsoft.com/office/powerpoint/2010/main" val="36339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286000" y="224858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800" dirty="0" err="1" smtClean="0">
                <a:solidFill>
                  <a:srgbClr val="0070C0"/>
                </a:solidFill>
              </a:rPr>
              <a:t>Mauliate</a:t>
            </a:r>
            <a:r>
              <a:rPr lang="en-US" sz="4800" dirty="0" smtClean="0">
                <a:solidFill>
                  <a:srgbClr val="0070C0"/>
                </a:solidFill>
              </a:rPr>
              <a:t> </a:t>
            </a:r>
            <a:r>
              <a:rPr lang="en-US" sz="4800" dirty="0" err="1" smtClean="0">
                <a:solidFill>
                  <a:srgbClr val="0070C0"/>
                </a:solidFill>
              </a:rPr>
              <a:t>Godang</a:t>
            </a:r>
            <a:endParaRPr lang="en-US" sz="4800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04883" y="3651941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1791" y="3513442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7" name="Rectangle 6"/>
          <p:cNvSpPr/>
          <p:nvPr/>
        </p:nvSpPr>
        <p:spPr>
          <a:xfrm>
            <a:off x="4928490" y="3790441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374180" y="3928940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2330" y="4044356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9273" y="4175207"/>
            <a:ext cx="396641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196193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1368</TotalTime>
  <Words>143</Words>
  <Application>Microsoft Office PowerPoint</Application>
  <PresentationFormat>On-screen Show (16:9)</PresentationFormat>
  <Paragraphs>59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Malgun Gothic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DevOps</vt:lpstr>
      <vt:lpstr>**ComputingStack Uniview OpenStack Portal install with docker compose https://www.youtube.com/watch?v=KLinQ-vprPk   https://www.youtube.com/watch?v=7GHCN6PjnXw Openstack with docker and midonet</vt:lpstr>
      <vt:lpstr>skylab fusionflow: cloud service platform  https://www.skylabteam.com/fusionflow-for-serviceproviders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Cloud Platform Official Icons and Sample Diagrams</dc:title>
  <dc:subject/>
  <dc:creator>pds</dc:creator>
  <cp:keywords/>
  <dc:description/>
  <cp:lastModifiedBy>PDS</cp:lastModifiedBy>
  <cp:revision>86</cp:revision>
  <dcterms:modified xsi:type="dcterms:W3CDTF">2026-09-18T01:27:14Z</dcterms:modified>
  <cp:category/>
</cp:coreProperties>
</file>