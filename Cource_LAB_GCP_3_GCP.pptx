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9" r:id="rId1"/>
  </p:sldMasterIdLst>
  <p:notesMasterIdLst>
    <p:notesMasterId r:id="rId7"/>
  </p:notesMasterIdLst>
  <p:sldIdLst>
    <p:sldId id="348" r:id="rId2"/>
    <p:sldId id="434" r:id="rId3"/>
    <p:sldId id="433" r:id="rId4"/>
    <p:sldId id="432" r:id="rId5"/>
    <p:sldId id="350" r:id="rId6"/>
  </p:sldIdLst>
  <p:sldSz cx="9144000" cy="5143500" type="screen16x9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eal Mueller" initials="" lastIdx="9" clrIdx="0"/>
  <p:cmAuthor id="1" name="Chuck Erickson" initials="" lastIdx="6" clrIdx="1"/>
  <p:cmAuthor id="2" name="Adam Glick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CC"/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7"/>
    <p:restoredTop sz="80386" autoAdjust="0"/>
  </p:normalViewPr>
  <p:slideViewPr>
    <p:cSldViewPr snapToGrid="0" snapToObjects="1">
      <p:cViewPr varScale="1">
        <p:scale>
          <a:sx n="103" d="100"/>
          <a:sy n="103" d="100"/>
        </p:scale>
        <p:origin x="3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970937" y="0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407181" y="696912"/>
            <a:ext cx="6195899" cy="34862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141182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https://github.com/ultralytics/yolov5/issues/7307</a:t>
            </a:r>
          </a:p>
          <a:p>
            <a:endParaRPr lang="en-US" dirty="0" smtClean="0"/>
          </a:p>
          <a:p>
            <a:r>
              <a:rPr lang="en-US" dirty="0" smtClean="0"/>
              <a:t>https://docs.ultralytics.com/yolov5/environments/google_cloud_quickstart_tutorial/#step-1-create-and-configure-your-deep-learning-vm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13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https://github.com/ultralytics/yolov5/issues/7307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5094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https://docs.ultralytics.com/yolov5/environments/google_cloud_quickstart_tutorial/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6566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https://medium.com/buildpiper/simplifying-containerization-with-docker-run-command-2f74e114f42a</a:t>
            </a:r>
          </a:p>
          <a:p>
            <a:endParaRPr lang="en-US" dirty="0" smtClean="0"/>
          </a:p>
          <a:p>
            <a:r>
              <a:rPr lang="en-US" dirty="0" smtClean="0"/>
              <a:t>https://github.com/IBA-Group-IT/IoT-data-simulator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https://www.bevywise.com/blog/docker-mqtt-broker-easy-service-manageability/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93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5498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96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5239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8396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0674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4211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7320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132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0823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4920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3086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4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github/ultralytics/yolov5/blob/master/tutorial.ipynb" TargetMode="External"/><Relationship Id="rId13" Type="http://schemas.openxmlformats.org/officeDocument/2006/relationships/hyperlink" Target="https://hub.docker.com/r/ultralytics/yolov5" TargetMode="External"/><Relationship Id="rId3" Type="http://schemas.openxmlformats.org/officeDocument/2006/relationships/hyperlink" Target="https://github.com/ultralytics/yolov5/issues/7307#top" TargetMode="External"/><Relationship Id="rId7" Type="http://schemas.openxmlformats.org/officeDocument/2006/relationships/hyperlink" Target="https://pytorch.org/" TargetMode="External"/><Relationship Id="rId12" Type="http://schemas.openxmlformats.org/officeDocument/2006/relationships/hyperlink" Target="https://docs.ultralytics.com/yolov5/environments/docker_image_quickstart_tutorial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ython.org/" TargetMode="External"/><Relationship Id="rId11" Type="http://schemas.openxmlformats.org/officeDocument/2006/relationships/hyperlink" Target="https://docs.ultralytics.com/yolov5/environments/aws_quickstart_tutorial/" TargetMode="External"/><Relationship Id="rId5" Type="http://schemas.openxmlformats.org/officeDocument/2006/relationships/hyperlink" Target="https://developer.nvidia.com/cudnn" TargetMode="External"/><Relationship Id="rId10" Type="http://schemas.openxmlformats.org/officeDocument/2006/relationships/hyperlink" Target="https://docs.ultralytics.com/yolov5/environments/google_cloud_quickstart_tutorial/" TargetMode="External"/><Relationship Id="rId4" Type="http://schemas.openxmlformats.org/officeDocument/2006/relationships/hyperlink" Target="https://developer.nvidia.com/cuda" TargetMode="External"/><Relationship Id="rId9" Type="http://schemas.openxmlformats.org/officeDocument/2006/relationships/hyperlink" Target="https://www.kaggle.com/models/ultralytics/yolov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1928066" y="2722292"/>
            <a:ext cx="6768461" cy="39080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smtClean="0"/>
              <a:t>Google-cloud-platform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1928067" y="3546558"/>
            <a:ext cx="6425543" cy="503071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300" dirty="0">
                <a:solidFill>
                  <a:srgbClr val="0070C0"/>
                </a:solidFill>
              </a:rPr>
              <a:t>.</a:t>
            </a:r>
            <a:endParaRPr lang="en-US" sz="3300" b="1" dirty="0"/>
          </a:p>
        </p:txBody>
      </p:sp>
      <p:sp>
        <p:nvSpPr>
          <p:cNvPr id="25" name="Rectangle 24"/>
          <p:cNvSpPr/>
          <p:nvPr/>
        </p:nvSpPr>
        <p:spPr>
          <a:xfrm>
            <a:off x="6809154" y="4692016"/>
            <a:ext cx="2218246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" dirty="0"/>
              <a:t>https</a:t>
            </a:r>
            <a:r>
              <a:rPr lang="en-US" sz="500" dirty="0" smtClean="0"/>
              <a:t>://github.com/amelcharolinesgn2/IoT_simulator-mqtt-NodeRed</a:t>
            </a:r>
            <a:endParaRPr lang="en-US" sz="500" dirty="0"/>
          </a:p>
        </p:txBody>
      </p:sp>
      <p:sp>
        <p:nvSpPr>
          <p:cNvPr id="28" name="Rectangle 27"/>
          <p:cNvSpPr/>
          <p:nvPr/>
        </p:nvSpPr>
        <p:spPr>
          <a:xfrm>
            <a:off x="7475737" y="405710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8308" y="3994802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5005" y="4128701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58907" y="4192727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75737" y="4243670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33" name="Rectangle 32"/>
          <p:cNvSpPr/>
          <p:nvPr/>
        </p:nvSpPr>
        <p:spPr>
          <a:xfrm>
            <a:off x="7475737" y="4305350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34" name="Rectangle 33"/>
          <p:cNvSpPr/>
          <p:nvPr/>
        </p:nvSpPr>
        <p:spPr>
          <a:xfrm>
            <a:off x="7476859" y="4561238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859" y="4619395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github.com/amelcharolinesgn2/OpenStack</a:t>
            </a:r>
            <a:endParaRPr lang="en-US" sz="378" dirty="0"/>
          </a:p>
        </p:txBody>
      </p:sp>
      <p:sp>
        <p:nvSpPr>
          <p:cNvPr id="36" name="Rectangle 35"/>
          <p:cNvSpPr/>
          <p:nvPr/>
        </p:nvSpPr>
        <p:spPr>
          <a:xfrm>
            <a:off x="7476298" y="4502709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github.com/amelcharolinesgn2/CloudSim</a:t>
            </a:r>
            <a:endParaRPr lang="en-US" sz="378" dirty="0"/>
          </a:p>
        </p:txBody>
      </p:sp>
      <p:sp>
        <p:nvSpPr>
          <p:cNvPr id="37" name="Rectangle 36"/>
          <p:cNvSpPr/>
          <p:nvPr/>
        </p:nvSpPr>
        <p:spPr>
          <a:xfrm>
            <a:off x="7475176" y="4365460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38" name="Rectangle 37"/>
          <p:cNvSpPr/>
          <p:nvPr/>
        </p:nvSpPr>
        <p:spPr>
          <a:xfrm>
            <a:off x="7475176" y="4414394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39" name="Rectangle 38"/>
          <p:cNvSpPr/>
          <p:nvPr/>
        </p:nvSpPr>
        <p:spPr>
          <a:xfrm>
            <a:off x="7358495" y="4462135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</p:spTree>
    <p:extLst>
      <p:ext uri="{BB962C8B-B14F-4D97-AF65-F5344CB8AC3E}">
        <p14:creationId xmlns:p14="http://schemas.microsoft.com/office/powerpoint/2010/main" val="286422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hlinkClick r:id="rId3"/>
              </a:rPr>
              <a:t>Docker Multi-GPU DDP training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20887" y="1637320"/>
            <a:ext cx="5878512" cy="12926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YOLOv5 may be run in any of the following up-to-date verified environments (with all dependencies including 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4"/>
              </a:rPr>
              <a:t>CUDA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/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5"/>
              </a:rPr>
              <a:t>CUDNN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, 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6"/>
              </a:rPr>
              <a:t>Python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 and </a:t>
            </a:r>
            <a:r>
              <a:rPr kumimoji="0" lang="en-US" altLang="en-US" sz="1000" b="0" i="0" u="sng" strike="noStrike" cap="none" normalizeH="0" baseline="0" dirty="0" err="1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7"/>
              </a:rPr>
              <a:t>PyTorch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 preinstalled):</a:t>
            </a:r>
            <a:endParaRPr kumimoji="0" lang="en-US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Google </a:t>
            </a:r>
            <a:r>
              <a:rPr kumimoji="0" lang="en-US" altLang="en-US" sz="1000" b="1" i="0" u="none" strike="noStrike" cap="none" normalizeH="0" baseline="0" dirty="0" err="1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Colab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 and </a:t>
            </a:r>
            <a:r>
              <a:rPr kumimoji="0" lang="en-US" altLang="en-US" sz="1000" b="1" i="0" u="none" strike="noStrike" cap="none" normalizeH="0" baseline="0" dirty="0" err="1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Kaggle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 notebooks with free GPU: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hlinkClick r:id="rId8"/>
              </a:rPr>
              <a:t> 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8"/>
              </a:rPr>
              <a:t>  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hlinkClick r:id="rId9"/>
              </a:rPr>
              <a:t> 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9"/>
              </a:rPr>
              <a:t>  </a:t>
            </a: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sng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Google Cloud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 Deep Learning VM. See 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10"/>
              </a:rPr>
              <a:t>GCP </a:t>
            </a:r>
            <a:r>
              <a:rPr kumimoji="0" lang="en-US" altLang="en-US" sz="1000" b="0" i="0" u="sng" strike="noStrike" cap="none" normalizeH="0" baseline="0" dirty="0" err="1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10"/>
              </a:rPr>
              <a:t>Quickstart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10"/>
              </a:rPr>
              <a:t> Guide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sng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Amazon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 Deep Learning AMI. See 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11"/>
              </a:rPr>
              <a:t>AWS </a:t>
            </a:r>
            <a:r>
              <a:rPr kumimoji="0" lang="en-US" altLang="en-US" sz="1000" b="0" i="0" u="sng" strike="noStrike" cap="none" normalizeH="0" baseline="0" dirty="0" err="1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11"/>
              </a:rPr>
              <a:t>Quickstart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11"/>
              </a:rPr>
              <a:t> Guide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sng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Docker Image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. See 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12"/>
              </a:rPr>
              <a:t>Docker </a:t>
            </a:r>
            <a:r>
              <a:rPr kumimoji="0" lang="en-US" altLang="en-US" sz="1000" b="0" i="0" u="sng" strike="noStrike" cap="none" normalizeH="0" baseline="0" dirty="0" err="1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12"/>
              </a:rPr>
              <a:t>Quickstart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12"/>
              </a:rPr>
              <a:t> Guide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hlinkClick r:id="rId13"/>
              </a:rPr>
              <a:t> </a:t>
            </a:r>
            <a:r>
              <a:rPr kumimoji="0" lang="en-US" altLang="en-US" sz="1000" b="0" i="0" u="sng" strike="noStrike" cap="none" normalizeH="0" baseline="0" dirty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13"/>
              </a:rPr>
              <a:t>  </a:t>
            </a: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sng" strike="noStrike" cap="none" normalizeH="0" baseline="0" dirty="0" smtClean="0">
              <a:ln>
                <a:noFill/>
              </a:ln>
              <a:solidFill>
                <a:srgbClr val="0969DA"/>
              </a:solidFill>
              <a:effectLst/>
              <a:latin typeface="-apple-system"/>
            </a:endParaRPr>
          </a:p>
        </p:txBody>
      </p:sp>
      <p:sp>
        <p:nvSpPr>
          <p:cNvPr id="10" name="AutoShape 6" descr="Open In Colab">
            <a:hlinkClick r:id="rId8"/>
          </p:cNvPr>
          <p:cNvSpPr>
            <a:spLocks noChangeAspect="1" noChangeArrowheads="1"/>
          </p:cNvSpPr>
          <p:nvPr/>
        </p:nvSpPr>
        <p:spPr bwMode="auto">
          <a:xfrm>
            <a:off x="3407743" y="16899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7" descr="Open In Kaggle">
            <a:hlinkClick r:id="rId9"/>
          </p:cNvPr>
          <p:cNvSpPr>
            <a:spLocks noChangeAspect="1" noChangeArrowheads="1"/>
          </p:cNvSpPr>
          <p:nvPr/>
        </p:nvSpPr>
        <p:spPr bwMode="auto">
          <a:xfrm>
            <a:off x="3544268" y="16899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8" descr="Docker Pulls">
            <a:hlinkClick r:id="rId13"/>
          </p:cNvPr>
          <p:cNvSpPr>
            <a:spLocks noChangeAspect="1" noChangeArrowheads="1"/>
          </p:cNvSpPr>
          <p:nvPr/>
        </p:nvSpPr>
        <p:spPr bwMode="auto">
          <a:xfrm>
            <a:off x="2928318" y="228363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42318" y="3202278"/>
            <a:ext cx="4572000" cy="2539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/>
              <a:t>https://github.com/ultralytics/yolov5/issues/7307</a:t>
            </a:r>
          </a:p>
        </p:txBody>
      </p:sp>
    </p:spTree>
    <p:extLst>
      <p:ext uri="{BB962C8B-B14F-4D97-AF65-F5344CB8AC3E}">
        <p14:creationId xmlns:p14="http://schemas.microsoft.com/office/powerpoint/2010/main" val="154592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YOLOv5 Deployment on Google Cloud Platform (GCP) Deep Learning VM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0908" y="1370013"/>
            <a:ext cx="2394061" cy="326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7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4207" y="347908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582104" y="1694776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</a:p>
          </p:txBody>
        </p:sp>
      </p:grp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3077521" y="3267544"/>
            <a:ext cx="2786903" cy="994172"/>
          </a:xfrm>
        </p:spPr>
        <p:txBody>
          <a:bodyPr/>
          <a:lstStyle/>
          <a:p>
            <a:r>
              <a:rPr lang="en-US" altLang="en-US" dirty="0"/>
              <a:t>Thank you!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3077520" y="3880156"/>
            <a:ext cx="256320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/>
              <a:t>Thank you For being a great class!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3321" y="2292033"/>
            <a:ext cx="334565" cy="47689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7161" y="2284152"/>
            <a:ext cx="460043" cy="43704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4298" y="2292032"/>
            <a:ext cx="449747" cy="43316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117362" y="4579163"/>
            <a:ext cx="1960321" cy="19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75" dirty="0"/>
              <a:t>https://www.youtube.com/@AmelOline/videos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5042" y="4475288"/>
            <a:ext cx="1217586" cy="19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75" dirty="0"/>
              <a:t>https://github.com/siagianp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5066" y="4683038"/>
            <a:ext cx="2750396" cy="19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75" dirty="0"/>
              <a:t>https://github.com/amelcharolinesgn2/IoT_simulator-mqtt-NodeRed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19334" y="4786912"/>
            <a:ext cx="2327881" cy="1962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75" dirty="0"/>
              <a:t>https://github.com/amelcharolinesgn2/Cloud-Infrastructures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9887" y="4916755"/>
            <a:ext cx="2727029" cy="1962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75" dirty="0"/>
              <a:t>https://github.com/amelcharolinesgn2/ClouD-Infrastructure-SISKA-2025</a:t>
            </a:r>
          </a:p>
        </p:txBody>
      </p:sp>
      <p:sp>
        <p:nvSpPr>
          <p:cNvPr id="2" name="Rectangle 1"/>
          <p:cNvSpPr/>
          <p:nvPr/>
        </p:nvSpPr>
        <p:spPr>
          <a:xfrm>
            <a:off x="3792136" y="3397058"/>
            <a:ext cx="52931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350" b="1" dirty="0">
                <a:solidFill>
                  <a:srgbClr val="FFC000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4502178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132720" y="179814"/>
            <a:ext cx="6768461" cy="39080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smtClean="0"/>
              <a:t>Reference</a:t>
            </a:r>
          </a:p>
        </p:txBody>
      </p:sp>
      <p:sp>
        <p:nvSpPr>
          <p:cNvPr id="2" name="Rectangle 1"/>
          <p:cNvSpPr/>
          <p:nvPr/>
        </p:nvSpPr>
        <p:spPr>
          <a:xfrm>
            <a:off x="323384" y="570620"/>
            <a:ext cx="8452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</a:t>
            </a:r>
            <a:r>
              <a:rPr lang="en-US" dirty="0"/>
              <a:t>://docs.ultralytics.com/yolov5/environments/google_cloud_quickstart_tutorial/#step-1-create-and-configure-your-deep-learning-vm</a:t>
            </a:r>
          </a:p>
        </p:txBody>
      </p:sp>
    </p:spTree>
    <p:extLst>
      <p:ext uri="{BB962C8B-B14F-4D97-AF65-F5344CB8AC3E}">
        <p14:creationId xmlns:p14="http://schemas.microsoft.com/office/powerpoint/2010/main" val="196193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</TotalTime>
  <Words>151</Words>
  <Application>Microsoft Office PowerPoint</Application>
  <PresentationFormat>On-screen Show (16:9)</PresentationFormat>
  <Paragraphs>67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Malgun Gothic</vt:lpstr>
      <vt:lpstr>-apple-system</vt:lpstr>
      <vt:lpstr>Arial</vt:lpstr>
      <vt:lpstr>Calibri</vt:lpstr>
      <vt:lpstr>Calibri Light</vt:lpstr>
      <vt:lpstr>Office Theme</vt:lpstr>
      <vt:lpstr>PowerPoint Presentation</vt:lpstr>
      <vt:lpstr>Docker Multi-GPU DDP training </vt:lpstr>
      <vt:lpstr>YOLOv5 Deployment on Google Cloud Platform (GCP) Deep Learning VM</vt:lpstr>
      <vt:lpstr>Thank you!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Cloud Platform Official Icons and Sample Diagrams</dc:title>
  <dc:subject/>
  <dc:creator>pds</dc:creator>
  <cp:keywords/>
  <dc:description/>
  <cp:lastModifiedBy>PDS</cp:lastModifiedBy>
  <cp:revision>95</cp:revision>
  <dcterms:modified xsi:type="dcterms:W3CDTF">2026-09-18T01:27:02Z</dcterms:modified>
  <cp:category/>
</cp:coreProperties>
</file>